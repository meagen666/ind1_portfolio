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91" r:id="rId36"/>
    <p:sldId id="292" r:id="rId37"/>
    <p:sldId id="293" r:id="rId38"/>
    <p:sldId id="294"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85033" autoAdjust="0"/>
  </p:normalViewPr>
  <p:slideViewPr>
    <p:cSldViewPr snapToGrid="0" snapToObjects="1">
      <p:cViewPr>
        <p:scale>
          <a:sx n="66" d="100"/>
          <a:sy n="66" d="100"/>
        </p:scale>
        <p:origin x="1296" y="3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agen Chong Rui Ru" userId="5a846f86-1671-4010-97d7-5dd57ed22bb3" providerId="ADAL" clId="{96030B19-0F49-4B1B-8A38-00C4AF44C80B}"/>
    <pc:docChg chg="undo redo custSel addSld delSld modSld">
      <pc:chgData name="Meagen Chong Rui Ru" userId="5a846f86-1671-4010-97d7-5dd57ed22bb3" providerId="ADAL" clId="{96030B19-0F49-4B1B-8A38-00C4AF44C80B}" dt="2026-06-03T02:40:04.942" v="2099" actId="20577"/>
      <pc:docMkLst>
        <pc:docMk/>
      </pc:docMkLst>
      <pc:sldChg chg="modSp mod">
        <pc:chgData name="Meagen Chong Rui Ru" userId="5a846f86-1671-4010-97d7-5dd57ed22bb3" providerId="ADAL" clId="{96030B19-0F49-4B1B-8A38-00C4AF44C80B}" dt="2026-05-25T06:27:46.413" v="1774" actId="20577"/>
        <pc:sldMkLst>
          <pc:docMk/>
          <pc:sldMk cId="0" sldId="256"/>
        </pc:sldMkLst>
        <pc:spChg chg="mod">
          <ac:chgData name="Meagen Chong Rui Ru" userId="5a846f86-1671-4010-97d7-5dd57ed22bb3" providerId="ADAL" clId="{96030B19-0F49-4B1B-8A38-00C4AF44C80B}" dt="2026-05-25T06:27:46.413" v="1774" actId="20577"/>
          <ac:spMkLst>
            <pc:docMk/>
            <pc:sldMk cId="0" sldId="256"/>
            <ac:spMk id="7" creationId="{00000000-0000-0000-0000-000000000000}"/>
          </ac:spMkLst>
        </pc:spChg>
      </pc:sldChg>
      <pc:sldChg chg="modSp mod">
        <pc:chgData name="Meagen Chong Rui Ru" userId="5a846f86-1671-4010-97d7-5dd57ed22bb3" providerId="ADAL" clId="{96030B19-0F49-4B1B-8A38-00C4AF44C80B}" dt="2026-06-03T02:40:04.942" v="2099" actId="20577"/>
        <pc:sldMkLst>
          <pc:docMk/>
          <pc:sldMk cId="0" sldId="259"/>
        </pc:sldMkLst>
        <pc:spChg chg="mod">
          <ac:chgData name="Meagen Chong Rui Ru" userId="5a846f86-1671-4010-97d7-5dd57ed22bb3" providerId="ADAL" clId="{96030B19-0F49-4B1B-8A38-00C4AF44C80B}" dt="2026-05-25T03:18:33.241" v="173" actId="1076"/>
          <ac:spMkLst>
            <pc:docMk/>
            <pc:sldMk cId="0" sldId="259"/>
            <ac:spMk id="6" creationId="{00000000-0000-0000-0000-000000000000}"/>
          </ac:spMkLst>
        </pc:spChg>
        <pc:spChg chg="mod">
          <ac:chgData name="Meagen Chong Rui Ru" userId="5a846f86-1671-4010-97d7-5dd57ed22bb3" providerId="ADAL" clId="{96030B19-0F49-4B1B-8A38-00C4AF44C80B}" dt="2026-05-25T03:19:25.543" v="200" actId="14100"/>
          <ac:spMkLst>
            <pc:docMk/>
            <pc:sldMk cId="0" sldId="259"/>
            <ac:spMk id="11" creationId="{00000000-0000-0000-0000-000000000000}"/>
          </ac:spMkLst>
        </pc:spChg>
        <pc:spChg chg="mod">
          <ac:chgData name="Meagen Chong Rui Ru" userId="5a846f86-1671-4010-97d7-5dd57ed22bb3" providerId="ADAL" clId="{96030B19-0F49-4B1B-8A38-00C4AF44C80B}" dt="2026-05-25T03:19:25.543" v="200" actId="14100"/>
          <ac:spMkLst>
            <pc:docMk/>
            <pc:sldMk cId="0" sldId="259"/>
            <ac:spMk id="12" creationId="{00000000-0000-0000-0000-000000000000}"/>
          </ac:spMkLst>
        </pc:spChg>
        <pc:spChg chg="mod">
          <ac:chgData name="Meagen Chong Rui Ru" userId="5a846f86-1671-4010-97d7-5dd57ed22bb3" providerId="ADAL" clId="{96030B19-0F49-4B1B-8A38-00C4AF44C80B}" dt="2026-06-03T02:40:04.942" v="2099" actId="20577"/>
          <ac:spMkLst>
            <pc:docMk/>
            <pc:sldMk cId="0" sldId="259"/>
            <ac:spMk id="14" creationId="{00000000-0000-0000-0000-000000000000}"/>
          </ac:spMkLst>
        </pc:spChg>
        <pc:spChg chg="mod">
          <ac:chgData name="Meagen Chong Rui Ru" userId="5a846f86-1671-4010-97d7-5dd57ed22bb3" providerId="ADAL" clId="{96030B19-0F49-4B1B-8A38-00C4AF44C80B}" dt="2026-05-25T03:19:02.845" v="178" actId="14100"/>
          <ac:spMkLst>
            <pc:docMk/>
            <pc:sldMk cId="0" sldId="259"/>
            <ac:spMk id="15" creationId="{00000000-0000-0000-0000-000000000000}"/>
          </ac:spMkLst>
        </pc:spChg>
        <pc:spChg chg="mod">
          <ac:chgData name="Meagen Chong Rui Ru" userId="5a846f86-1671-4010-97d7-5dd57ed22bb3" providerId="ADAL" clId="{96030B19-0F49-4B1B-8A38-00C4AF44C80B}" dt="2026-05-25T03:19:02.845" v="178" actId="14100"/>
          <ac:spMkLst>
            <pc:docMk/>
            <pc:sldMk cId="0" sldId="259"/>
            <ac:spMk id="16" creationId="{00000000-0000-0000-0000-000000000000}"/>
          </ac:spMkLst>
        </pc:spChg>
        <pc:spChg chg="mod">
          <ac:chgData name="Meagen Chong Rui Ru" userId="5a846f86-1671-4010-97d7-5dd57ed22bb3" providerId="ADAL" clId="{96030B19-0F49-4B1B-8A38-00C4AF44C80B}" dt="2026-05-25T03:19:13.901" v="199" actId="1035"/>
          <ac:spMkLst>
            <pc:docMk/>
            <pc:sldMk cId="0" sldId="259"/>
            <ac:spMk id="17" creationId="{00000000-0000-0000-0000-000000000000}"/>
          </ac:spMkLst>
        </pc:spChg>
        <pc:spChg chg="mod">
          <ac:chgData name="Meagen Chong Rui Ru" userId="5a846f86-1671-4010-97d7-5dd57ed22bb3" providerId="ADAL" clId="{96030B19-0F49-4B1B-8A38-00C4AF44C80B}" dt="2026-05-25T03:19:13.901" v="199" actId="1035"/>
          <ac:spMkLst>
            <pc:docMk/>
            <pc:sldMk cId="0" sldId="259"/>
            <ac:spMk id="18" creationId="{00000000-0000-0000-0000-000000000000}"/>
          </ac:spMkLst>
        </pc:spChg>
      </pc:sldChg>
      <pc:sldChg chg="addSp modSp mod">
        <pc:chgData name="Meagen Chong Rui Ru" userId="5a846f86-1671-4010-97d7-5dd57ed22bb3" providerId="ADAL" clId="{96030B19-0F49-4B1B-8A38-00C4AF44C80B}" dt="2026-05-25T03:24:39.691" v="257" actId="1076"/>
        <pc:sldMkLst>
          <pc:docMk/>
          <pc:sldMk cId="0" sldId="260"/>
        </pc:sldMkLst>
        <pc:picChg chg="add mod">
          <ac:chgData name="Meagen Chong Rui Ru" userId="5a846f86-1671-4010-97d7-5dd57ed22bb3" providerId="ADAL" clId="{96030B19-0F49-4B1B-8A38-00C4AF44C80B}" dt="2026-05-25T03:24:39.691" v="257" actId="1076"/>
          <ac:picMkLst>
            <pc:docMk/>
            <pc:sldMk cId="0" sldId="260"/>
            <ac:picMk id="20" creationId="{72EF64BD-1A78-FA57-CB98-998928564FB3}"/>
          </ac:picMkLst>
        </pc:picChg>
      </pc:sldChg>
      <pc:sldChg chg="addSp modSp mod">
        <pc:chgData name="Meagen Chong Rui Ru" userId="5a846f86-1671-4010-97d7-5dd57ed22bb3" providerId="ADAL" clId="{96030B19-0F49-4B1B-8A38-00C4AF44C80B}" dt="2026-05-25T03:31:04.528" v="341" actId="20577"/>
        <pc:sldMkLst>
          <pc:docMk/>
          <pc:sldMk cId="0" sldId="261"/>
        </pc:sldMkLst>
        <pc:spChg chg="mod">
          <ac:chgData name="Meagen Chong Rui Ru" userId="5a846f86-1671-4010-97d7-5dd57ed22bb3" providerId="ADAL" clId="{96030B19-0F49-4B1B-8A38-00C4AF44C80B}" dt="2026-05-25T03:29:52.065" v="336" actId="20577"/>
          <ac:spMkLst>
            <pc:docMk/>
            <pc:sldMk cId="0" sldId="261"/>
            <ac:spMk id="14" creationId="{00000000-0000-0000-0000-000000000000}"/>
          </ac:spMkLst>
        </pc:spChg>
        <pc:spChg chg="mod">
          <ac:chgData name="Meagen Chong Rui Ru" userId="5a846f86-1671-4010-97d7-5dd57ed22bb3" providerId="ADAL" clId="{96030B19-0F49-4B1B-8A38-00C4AF44C80B}" dt="2026-05-25T03:31:04.528" v="341" actId="20577"/>
          <ac:spMkLst>
            <pc:docMk/>
            <pc:sldMk cId="0" sldId="261"/>
            <ac:spMk id="18" creationId="{00000000-0000-0000-0000-000000000000}"/>
          </ac:spMkLst>
        </pc:spChg>
        <pc:picChg chg="add mod">
          <ac:chgData name="Meagen Chong Rui Ru" userId="5a846f86-1671-4010-97d7-5dd57ed22bb3" providerId="ADAL" clId="{96030B19-0F49-4B1B-8A38-00C4AF44C80B}" dt="2026-05-25T03:25:57.978" v="262" actId="1076"/>
          <ac:picMkLst>
            <pc:docMk/>
            <pc:sldMk cId="0" sldId="261"/>
            <ac:picMk id="20" creationId="{332F2260-3F51-D462-B9D9-941C0D15694D}"/>
          </ac:picMkLst>
        </pc:picChg>
      </pc:sldChg>
      <pc:sldChg chg="addSp modSp mod">
        <pc:chgData name="Meagen Chong Rui Ru" userId="5a846f86-1671-4010-97d7-5dd57ed22bb3" providerId="ADAL" clId="{96030B19-0F49-4B1B-8A38-00C4AF44C80B}" dt="2026-05-25T03:31:40.516" v="346" actId="1076"/>
        <pc:sldMkLst>
          <pc:docMk/>
          <pc:sldMk cId="0" sldId="262"/>
        </pc:sldMkLst>
        <pc:picChg chg="add mod">
          <ac:chgData name="Meagen Chong Rui Ru" userId="5a846f86-1671-4010-97d7-5dd57ed22bb3" providerId="ADAL" clId="{96030B19-0F49-4B1B-8A38-00C4AF44C80B}" dt="2026-05-25T03:31:40.516" v="346" actId="1076"/>
          <ac:picMkLst>
            <pc:docMk/>
            <pc:sldMk cId="0" sldId="262"/>
            <ac:picMk id="20" creationId="{35ECCFA8-095F-2CA5-5BB0-5875C885C7CD}"/>
          </ac:picMkLst>
        </pc:picChg>
      </pc:sldChg>
      <pc:sldChg chg="addSp modSp mod">
        <pc:chgData name="Meagen Chong Rui Ru" userId="5a846f86-1671-4010-97d7-5dd57ed22bb3" providerId="ADAL" clId="{96030B19-0F49-4B1B-8A38-00C4AF44C80B}" dt="2026-05-25T03:35:33.007" v="445" actId="20577"/>
        <pc:sldMkLst>
          <pc:docMk/>
          <pc:sldMk cId="0" sldId="263"/>
        </pc:sldMkLst>
        <pc:spChg chg="mod">
          <ac:chgData name="Meagen Chong Rui Ru" userId="5a846f86-1671-4010-97d7-5dd57ed22bb3" providerId="ADAL" clId="{96030B19-0F49-4B1B-8A38-00C4AF44C80B}" dt="2026-05-25T03:35:33.007" v="445" actId="20577"/>
          <ac:spMkLst>
            <pc:docMk/>
            <pc:sldMk cId="0" sldId="263"/>
            <ac:spMk id="14" creationId="{00000000-0000-0000-0000-000000000000}"/>
          </ac:spMkLst>
        </pc:spChg>
        <pc:picChg chg="add mod">
          <ac:chgData name="Meagen Chong Rui Ru" userId="5a846f86-1671-4010-97d7-5dd57ed22bb3" providerId="ADAL" clId="{96030B19-0F49-4B1B-8A38-00C4AF44C80B}" dt="2026-05-25T03:33:34.197" v="351" actId="1076"/>
          <ac:picMkLst>
            <pc:docMk/>
            <pc:sldMk cId="0" sldId="263"/>
            <ac:picMk id="16" creationId="{20197470-5C7A-8B8C-FD2A-5BCDB8A46BBF}"/>
          </ac:picMkLst>
        </pc:picChg>
      </pc:sldChg>
      <pc:sldChg chg="addSp delSp modSp mod">
        <pc:chgData name="Meagen Chong Rui Ru" userId="5a846f86-1671-4010-97d7-5dd57ed22bb3" providerId="ADAL" clId="{96030B19-0F49-4B1B-8A38-00C4AF44C80B}" dt="2026-05-25T03:47:16.616" v="492" actId="1076"/>
        <pc:sldMkLst>
          <pc:docMk/>
          <pc:sldMk cId="0" sldId="264"/>
        </pc:sldMkLst>
        <pc:spChg chg="mod">
          <ac:chgData name="Meagen Chong Rui Ru" userId="5a846f86-1671-4010-97d7-5dd57ed22bb3" providerId="ADAL" clId="{96030B19-0F49-4B1B-8A38-00C4AF44C80B}" dt="2026-05-25T03:36:50.140" v="448" actId="1076"/>
          <ac:spMkLst>
            <pc:docMk/>
            <pc:sldMk cId="0" sldId="264"/>
            <ac:spMk id="6" creationId="{00000000-0000-0000-0000-000000000000}"/>
          </ac:spMkLst>
        </pc:spChg>
        <pc:spChg chg="mod">
          <ac:chgData name="Meagen Chong Rui Ru" userId="5a846f86-1671-4010-97d7-5dd57ed22bb3" providerId="ADAL" clId="{96030B19-0F49-4B1B-8A38-00C4AF44C80B}" dt="2026-05-25T03:36:43.589" v="446" actId="14100"/>
          <ac:spMkLst>
            <pc:docMk/>
            <pc:sldMk cId="0" sldId="264"/>
            <ac:spMk id="9" creationId="{00000000-0000-0000-0000-000000000000}"/>
          </ac:spMkLst>
        </pc:spChg>
        <pc:picChg chg="add mod">
          <ac:chgData name="Meagen Chong Rui Ru" userId="5a846f86-1671-4010-97d7-5dd57ed22bb3" providerId="ADAL" clId="{96030B19-0F49-4B1B-8A38-00C4AF44C80B}" dt="2026-05-25T03:47:16.616" v="492" actId="1076"/>
          <ac:picMkLst>
            <pc:docMk/>
            <pc:sldMk cId="0" sldId="264"/>
            <ac:picMk id="37" creationId="{03714D75-D5BE-67AE-A4D9-BC0FE3B2E620}"/>
          </ac:picMkLst>
        </pc:picChg>
      </pc:sldChg>
      <pc:sldChg chg="addSp modSp mod">
        <pc:chgData name="Meagen Chong Rui Ru" userId="5a846f86-1671-4010-97d7-5dd57ed22bb3" providerId="ADAL" clId="{96030B19-0F49-4B1B-8A38-00C4AF44C80B}" dt="2026-05-25T03:49:07.193" v="504" actId="1076"/>
        <pc:sldMkLst>
          <pc:docMk/>
          <pc:sldMk cId="0" sldId="265"/>
        </pc:sldMkLst>
        <pc:spChg chg="mod">
          <ac:chgData name="Meagen Chong Rui Ru" userId="5a846f86-1671-4010-97d7-5dd57ed22bb3" providerId="ADAL" clId="{96030B19-0F49-4B1B-8A38-00C4AF44C80B}" dt="2026-05-25T03:47:27.315" v="495" actId="14100"/>
          <ac:spMkLst>
            <pc:docMk/>
            <pc:sldMk cId="0" sldId="265"/>
            <ac:spMk id="9"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10"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12"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15"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18"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21"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24"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27"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30" creationId="{00000000-0000-0000-0000-000000000000}"/>
          </ac:spMkLst>
        </pc:spChg>
        <pc:spChg chg="mod">
          <ac:chgData name="Meagen Chong Rui Ru" userId="5a846f86-1671-4010-97d7-5dd57ed22bb3" providerId="ADAL" clId="{96030B19-0F49-4B1B-8A38-00C4AF44C80B}" dt="2026-05-25T03:47:18.163" v="494" actId="1036"/>
          <ac:spMkLst>
            <pc:docMk/>
            <pc:sldMk cId="0" sldId="265"/>
            <ac:spMk id="33" creationId="{00000000-0000-0000-0000-000000000000}"/>
          </ac:spMkLst>
        </pc:spChg>
        <pc:picChg chg="add mod">
          <ac:chgData name="Meagen Chong Rui Ru" userId="5a846f86-1671-4010-97d7-5dd57ed22bb3" providerId="ADAL" clId="{96030B19-0F49-4B1B-8A38-00C4AF44C80B}" dt="2026-05-25T03:49:07.193" v="504" actId="1076"/>
          <ac:picMkLst>
            <pc:docMk/>
            <pc:sldMk cId="0" sldId="265"/>
            <ac:picMk id="39" creationId="{05A2A5AD-85A9-C23C-19AE-4F14701B9603}"/>
          </ac:picMkLst>
        </pc:picChg>
      </pc:sldChg>
      <pc:sldChg chg="addSp delSp modSp mod">
        <pc:chgData name="Meagen Chong Rui Ru" userId="5a846f86-1671-4010-97d7-5dd57ed22bb3" providerId="ADAL" clId="{96030B19-0F49-4B1B-8A38-00C4AF44C80B}" dt="2026-05-25T03:54:02.540" v="572" actId="14100"/>
        <pc:sldMkLst>
          <pc:docMk/>
          <pc:sldMk cId="0" sldId="266"/>
        </pc:sldMkLst>
        <pc:spChg chg="mod">
          <ac:chgData name="Meagen Chong Rui Ru" userId="5a846f86-1671-4010-97d7-5dd57ed22bb3" providerId="ADAL" clId="{96030B19-0F49-4B1B-8A38-00C4AF44C80B}" dt="2026-05-25T03:54:02.540" v="572" actId="14100"/>
          <ac:spMkLst>
            <pc:docMk/>
            <pc:sldMk cId="0" sldId="266"/>
            <ac:spMk id="11" creationId="{00000000-0000-0000-0000-000000000000}"/>
          </ac:spMkLst>
        </pc:spChg>
        <pc:spChg chg="mod">
          <ac:chgData name="Meagen Chong Rui Ru" userId="5a846f86-1671-4010-97d7-5dd57ed22bb3" providerId="ADAL" clId="{96030B19-0F49-4B1B-8A38-00C4AF44C80B}" dt="2026-05-25T03:54:02.540" v="572" actId="14100"/>
          <ac:spMkLst>
            <pc:docMk/>
            <pc:sldMk cId="0" sldId="266"/>
            <ac:spMk id="12" creationId="{00000000-0000-0000-0000-000000000000}"/>
          </ac:spMkLst>
        </pc:spChg>
        <pc:spChg chg="mod">
          <ac:chgData name="Meagen Chong Rui Ru" userId="5a846f86-1671-4010-97d7-5dd57ed22bb3" providerId="ADAL" clId="{96030B19-0F49-4B1B-8A38-00C4AF44C80B}" dt="2026-05-25T03:49:30.945" v="559" actId="20577"/>
          <ac:spMkLst>
            <pc:docMk/>
            <pc:sldMk cId="0" sldId="266"/>
            <ac:spMk id="14" creationId="{00000000-0000-0000-0000-000000000000}"/>
          </ac:spMkLst>
        </pc:spChg>
        <pc:picChg chg="add mod">
          <ac:chgData name="Meagen Chong Rui Ru" userId="5a846f86-1671-4010-97d7-5dd57ed22bb3" providerId="ADAL" clId="{96030B19-0F49-4B1B-8A38-00C4AF44C80B}" dt="2026-05-25T03:50:25.174" v="565" actId="1076"/>
          <ac:picMkLst>
            <pc:docMk/>
            <pc:sldMk cId="0" sldId="266"/>
            <ac:picMk id="20" creationId="{A701A2B3-A300-2C34-2A88-AD03D75D26F4}"/>
          </ac:picMkLst>
        </pc:picChg>
      </pc:sldChg>
      <pc:sldChg chg="addSp delSp modSp mod">
        <pc:chgData name="Meagen Chong Rui Ru" userId="5a846f86-1671-4010-97d7-5dd57ed22bb3" providerId="ADAL" clId="{96030B19-0F49-4B1B-8A38-00C4AF44C80B}" dt="2026-05-25T03:56:44.320" v="605" actId="20577"/>
        <pc:sldMkLst>
          <pc:docMk/>
          <pc:sldMk cId="0" sldId="267"/>
        </pc:sldMkLst>
        <pc:spChg chg="mod">
          <ac:chgData name="Meagen Chong Rui Ru" userId="5a846f86-1671-4010-97d7-5dd57ed22bb3" providerId="ADAL" clId="{96030B19-0F49-4B1B-8A38-00C4AF44C80B}" dt="2026-05-25T03:56:44.320" v="605" actId="20577"/>
          <ac:spMkLst>
            <pc:docMk/>
            <pc:sldMk cId="0" sldId="267"/>
            <ac:spMk id="14" creationId="{00000000-0000-0000-0000-000000000000}"/>
          </ac:spMkLst>
        </pc:spChg>
        <pc:picChg chg="add mod">
          <ac:chgData name="Meagen Chong Rui Ru" userId="5a846f86-1671-4010-97d7-5dd57ed22bb3" providerId="ADAL" clId="{96030B19-0F49-4B1B-8A38-00C4AF44C80B}" dt="2026-05-25T03:55:26.801" v="583" actId="1076"/>
          <ac:picMkLst>
            <pc:docMk/>
            <pc:sldMk cId="0" sldId="267"/>
            <ac:picMk id="18" creationId="{936161C5-081F-0422-C3E4-543B0CB0AE5C}"/>
          </ac:picMkLst>
        </pc:picChg>
      </pc:sldChg>
      <pc:sldChg chg="addSp modSp mod">
        <pc:chgData name="Meagen Chong Rui Ru" userId="5a846f86-1671-4010-97d7-5dd57ed22bb3" providerId="ADAL" clId="{96030B19-0F49-4B1B-8A38-00C4AF44C80B}" dt="2026-05-25T03:58:28.907" v="672" actId="20577"/>
        <pc:sldMkLst>
          <pc:docMk/>
          <pc:sldMk cId="0" sldId="268"/>
        </pc:sldMkLst>
        <pc:spChg chg="mod">
          <ac:chgData name="Meagen Chong Rui Ru" userId="5a846f86-1671-4010-97d7-5dd57ed22bb3" providerId="ADAL" clId="{96030B19-0F49-4B1B-8A38-00C4AF44C80B}" dt="2026-05-25T03:58:28.907" v="672" actId="20577"/>
          <ac:spMkLst>
            <pc:docMk/>
            <pc:sldMk cId="0" sldId="268"/>
            <ac:spMk id="14" creationId="{00000000-0000-0000-0000-000000000000}"/>
          </ac:spMkLst>
        </pc:spChg>
        <pc:picChg chg="add mod">
          <ac:chgData name="Meagen Chong Rui Ru" userId="5a846f86-1671-4010-97d7-5dd57ed22bb3" providerId="ADAL" clId="{96030B19-0F49-4B1B-8A38-00C4AF44C80B}" dt="2026-05-25T03:57:26.158" v="610" actId="1076"/>
          <ac:picMkLst>
            <pc:docMk/>
            <pc:sldMk cId="0" sldId="268"/>
            <ac:picMk id="16" creationId="{D1A9853E-2D9F-8467-75CA-A91AC27CAD66}"/>
          </ac:picMkLst>
        </pc:picChg>
      </pc:sldChg>
      <pc:sldChg chg="addSp modSp mod">
        <pc:chgData name="Meagen Chong Rui Ru" userId="5a846f86-1671-4010-97d7-5dd57ed22bb3" providerId="ADAL" clId="{96030B19-0F49-4B1B-8A38-00C4AF44C80B}" dt="2026-05-25T04:01:55.226" v="712" actId="20577"/>
        <pc:sldMkLst>
          <pc:docMk/>
          <pc:sldMk cId="0" sldId="269"/>
        </pc:sldMkLst>
        <pc:spChg chg="mod">
          <ac:chgData name="Meagen Chong Rui Ru" userId="5a846f86-1671-4010-97d7-5dd57ed22bb3" providerId="ADAL" clId="{96030B19-0F49-4B1B-8A38-00C4AF44C80B}" dt="2026-05-25T04:01:55.226" v="712" actId="20577"/>
          <ac:spMkLst>
            <pc:docMk/>
            <pc:sldMk cId="0" sldId="269"/>
            <ac:spMk id="22" creationId="{00000000-0000-0000-0000-000000000000}"/>
          </ac:spMkLst>
        </pc:spChg>
        <pc:picChg chg="add mod">
          <ac:chgData name="Meagen Chong Rui Ru" userId="5a846f86-1671-4010-97d7-5dd57ed22bb3" providerId="ADAL" clId="{96030B19-0F49-4B1B-8A38-00C4AF44C80B}" dt="2026-05-25T04:01:35.338" v="677" actId="1076"/>
          <ac:picMkLst>
            <pc:docMk/>
            <pc:sldMk cId="0" sldId="269"/>
            <ac:picMk id="24" creationId="{357741D6-AB10-AAA8-F1DA-DF549EF166C8}"/>
          </ac:picMkLst>
        </pc:picChg>
      </pc:sldChg>
      <pc:sldChg chg="addSp modSp mod">
        <pc:chgData name="Meagen Chong Rui Ru" userId="5a846f86-1671-4010-97d7-5dd57ed22bb3" providerId="ADAL" clId="{96030B19-0F49-4B1B-8A38-00C4AF44C80B}" dt="2026-05-25T04:10:03.239" v="901" actId="20577"/>
        <pc:sldMkLst>
          <pc:docMk/>
          <pc:sldMk cId="0" sldId="270"/>
        </pc:sldMkLst>
        <pc:spChg chg="mod">
          <ac:chgData name="Meagen Chong Rui Ru" userId="5a846f86-1671-4010-97d7-5dd57ed22bb3" providerId="ADAL" clId="{96030B19-0F49-4B1B-8A38-00C4AF44C80B}" dt="2026-05-25T04:07:20.656" v="773"/>
          <ac:spMkLst>
            <pc:docMk/>
            <pc:sldMk cId="0" sldId="270"/>
            <ac:spMk id="11" creationId="{00000000-0000-0000-0000-000000000000}"/>
          </ac:spMkLst>
        </pc:spChg>
        <pc:spChg chg="mod">
          <ac:chgData name="Meagen Chong Rui Ru" userId="5a846f86-1671-4010-97d7-5dd57ed22bb3" providerId="ADAL" clId="{96030B19-0F49-4B1B-8A38-00C4AF44C80B}" dt="2026-05-25T04:10:03.239" v="901" actId="20577"/>
          <ac:spMkLst>
            <pc:docMk/>
            <pc:sldMk cId="0" sldId="270"/>
            <ac:spMk id="14" creationId="{00000000-0000-0000-0000-000000000000}"/>
          </ac:spMkLst>
        </pc:spChg>
        <pc:picChg chg="add mod">
          <ac:chgData name="Meagen Chong Rui Ru" userId="5a846f86-1671-4010-97d7-5dd57ed22bb3" providerId="ADAL" clId="{96030B19-0F49-4B1B-8A38-00C4AF44C80B}" dt="2026-05-25T04:05:49.345" v="721" actId="1076"/>
          <ac:picMkLst>
            <pc:docMk/>
            <pc:sldMk cId="0" sldId="270"/>
            <ac:picMk id="16" creationId="{A2E3E0FA-7BF3-93F9-EC87-A2A7357727DB}"/>
          </ac:picMkLst>
        </pc:picChg>
      </pc:sldChg>
      <pc:sldChg chg="addSp modSp mod">
        <pc:chgData name="Meagen Chong Rui Ru" userId="5a846f86-1671-4010-97d7-5dd57ed22bb3" providerId="ADAL" clId="{96030B19-0F49-4B1B-8A38-00C4AF44C80B}" dt="2026-05-25T04:13:46.131" v="1008" actId="20577"/>
        <pc:sldMkLst>
          <pc:docMk/>
          <pc:sldMk cId="0" sldId="271"/>
        </pc:sldMkLst>
        <pc:spChg chg="mod">
          <ac:chgData name="Meagen Chong Rui Ru" userId="5a846f86-1671-4010-97d7-5dd57ed22bb3" providerId="ADAL" clId="{96030B19-0F49-4B1B-8A38-00C4AF44C80B}" dt="2026-05-25T04:13:46.131" v="1008" actId="20577"/>
          <ac:spMkLst>
            <pc:docMk/>
            <pc:sldMk cId="0" sldId="271"/>
            <ac:spMk id="14" creationId="{00000000-0000-0000-0000-000000000000}"/>
          </ac:spMkLst>
        </pc:spChg>
        <pc:picChg chg="add mod">
          <ac:chgData name="Meagen Chong Rui Ru" userId="5a846f86-1671-4010-97d7-5dd57ed22bb3" providerId="ADAL" clId="{96030B19-0F49-4B1B-8A38-00C4AF44C80B}" dt="2026-05-25T04:12:32.392" v="958" actId="1076"/>
          <ac:picMkLst>
            <pc:docMk/>
            <pc:sldMk cId="0" sldId="271"/>
            <ac:picMk id="20" creationId="{D99D9B81-0D3D-B5C6-9EEB-524BFA289E1E}"/>
          </ac:picMkLst>
        </pc:picChg>
      </pc:sldChg>
      <pc:sldChg chg="addSp modSp mod">
        <pc:chgData name="Meagen Chong Rui Ru" userId="5a846f86-1671-4010-97d7-5dd57ed22bb3" providerId="ADAL" clId="{96030B19-0F49-4B1B-8A38-00C4AF44C80B}" dt="2026-05-25T04:15:29.049" v="1032" actId="20577"/>
        <pc:sldMkLst>
          <pc:docMk/>
          <pc:sldMk cId="0" sldId="272"/>
        </pc:sldMkLst>
        <pc:spChg chg="mod">
          <ac:chgData name="Meagen Chong Rui Ru" userId="5a846f86-1671-4010-97d7-5dd57ed22bb3" providerId="ADAL" clId="{96030B19-0F49-4B1B-8A38-00C4AF44C80B}" dt="2026-05-25T04:15:29.049" v="1032" actId="20577"/>
          <ac:spMkLst>
            <pc:docMk/>
            <pc:sldMk cId="0" sldId="272"/>
            <ac:spMk id="14" creationId="{00000000-0000-0000-0000-000000000000}"/>
          </ac:spMkLst>
        </pc:spChg>
        <pc:picChg chg="add mod">
          <ac:chgData name="Meagen Chong Rui Ru" userId="5a846f86-1671-4010-97d7-5dd57ed22bb3" providerId="ADAL" clId="{96030B19-0F49-4B1B-8A38-00C4AF44C80B}" dt="2026-05-25T04:14:58.372" v="1012" actId="1076"/>
          <ac:picMkLst>
            <pc:docMk/>
            <pc:sldMk cId="0" sldId="272"/>
            <ac:picMk id="16" creationId="{85C229E5-F212-93DA-7D4A-0BD34947920F}"/>
          </ac:picMkLst>
        </pc:picChg>
      </pc:sldChg>
      <pc:sldChg chg="modSp mod">
        <pc:chgData name="Meagen Chong Rui Ru" userId="5a846f86-1671-4010-97d7-5dd57ed22bb3" providerId="ADAL" clId="{96030B19-0F49-4B1B-8A38-00C4AF44C80B}" dt="2026-05-25T04:16:03.440" v="1037" actId="20577"/>
        <pc:sldMkLst>
          <pc:docMk/>
          <pc:sldMk cId="0" sldId="273"/>
        </pc:sldMkLst>
        <pc:spChg chg="mod">
          <ac:chgData name="Meagen Chong Rui Ru" userId="5a846f86-1671-4010-97d7-5dd57ed22bb3" providerId="ADAL" clId="{96030B19-0F49-4B1B-8A38-00C4AF44C80B}" dt="2026-05-25T04:16:03.440" v="1037" actId="20577"/>
          <ac:spMkLst>
            <pc:docMk/>
            <pc:sldMk cId="0" sldId="273"/>
            <ac:spMk id="11" creationId="{00000000-0000-0000-0000-000000000000}"/>
          </ac:spMkLst>
        </pc:spChg>
      </pc:sldChg>
      <pc:sldChg chg="addSp modSp mod">
        <pc:chgData name="Meagen Chong Rui Ru" userId="5a846f86-1671-4010-97d7-5dd57ed22bb3" providerId="ADAL" clId="{96030B19-0F49-4B1B-8A38-00C4AF44C80B}" dt="2026-05-25T04:17:54.049" v="1044" actId="1076"/>
        <pc:sldMkLst>
          <pc:docMk/>
          <pc:sldMk cId="0" sldId="274"/>
        </pc:sldMkLst>
        <pc:picChg chg="add mod">
          <ac:chgData name="Meagen Chong Rui Ru" userId="5a846f86-1671-4010-97d7-5dd57ed22bb3" providerId="ADAL" clId="{96030B19-0F49-4B1B-8A38-00C4AF44C80B}" dt="2026-05-25T04:17:54.049" v="1044" actId="1076"/>
          <ac:picMkLst>
            <pc:docMk/>
            <pc:sldMk cId="0" sldId="274"/>
            <ac:picMk id="12" creationId="{2E231F37-7C08-A716-D7C8-C080C8FD6138}"/>
          </ac:picMkLst>
        </pc:picChg>
      </pc:sldChg>
      <pc:sldChg chg="addSp modSp mod">
        <pc:chgData name="Meagen Chong Rui Ru" userId="5a846f86-1671-4010-97d7-5dd57ed22bb3" providerId="ADAL" clId="{96030B19-0F49-4B1B-8A38-00C4AF44C80B}" dt="2026-05-25T04:20:58.788" v="1108" actId="1035"/>
        <pc:sldMkLst>
          <pc:docMk/>
          <pc:sldMk cId="0" sldId="275"/>
        </pc:sldMkLst>
        <pc:spChg chg="mod">
          <ac:chgData name="Meagen Chong Rui Ru" userId="5a846f86-1671-4010-97d7-5dd57ed22bb3" providerId="ADAL" clId="{96030B19-0F49-4B1B-8A38-00C4AF44C80B}" dt="2026-05-25T04:19:34.366" v="1100" actId="1035"/>
          <ac:spMkLst>
            <pc:docMk/>
            <pc:sldMk cId="0" sldId="275"/>
            <ac:spMk id="6" creationId="{00000000-0000-0000-0000-000000000000}"/>
          </ac:spMkLst>
        </pc:spChg>
        <pc:spChg chg="mod">
          <ac:chgData name="Meagen Chong Rui Ru" userId="5a846f86-1671-4010-97d7-5dd57ed22bb3" providerId="ADAL" clId="{96030B19-0F49-4B1B-8A38-00C4AF44C80B}" dt="2026-05-25T04:18:53.157" v="1049" actId="14100"/>
          <ac:spMkLst>
            <pc:docMk/>
            <pc:sldMk cId="0" sldId="275"/>
            <ac:spMk id="19" creationId="{00000000-0000-0000-0000-000000000000}"/>
          </ac:spMkLst>
        </pc:spChg>
        <pc:spChg chg="mod">
          <ac:chgData name="Meagen Chong Rui Ru" userId="5a846f86-1671-4010-97d7-5dd57ed22bb3" providerId="ADAL" clId="{96030B19-0F49-4B1B-8A38-00C4AF44C80B}" dt="2026-05-25T04:18:53.157" v="1049" actId="14100"/>
          <ac:spMkLst>
            <pc:docMk/>
            <pc:sldMk cId="0" sldId="275"/>
            <ac:spMk id="20" creationId="{00000000-0000-0000-0000-000000000000}"/>
          </ac:spMkLst>
        </pc:spChg>
        <pc:spChg chg="mod">
          <ac:chgData name="Meagen Chong Rui Ru" userId="5a846f86-1671-4010-97d7-5dd57ed22bb3" providerId="ADAL" clId="{96030B19-0F49-4B1B-8A38-00C4AF44C80B}" dt="2026-05-25T04:19:02.680" v="1050" actId="14100"/>
          <ac:spMkLst>
            <pc:docMk/>
            <pc:sldMk cId="0" sldId="275"/>
            <ac:spMk id="23" creationId="{00000000-0000-0000-0000-000000000000}"/>
          </ac:spMkLst>
        </pc:spChg>
        <pc:spChg chg="mod">
          <ac:chgData name="Meagen Chong Rui Ru" userId="5a846f86-1671-4010-97d7-5dd57ed22bb3" providerId="ADAL" clId="{96030B19-0F49-4B1B-8A38-00C4AF44C80B}" dt="2026-05-25T04:19:02.680" v="1050" actId="14100"/>
          <ac:spMkLst>
            <pc:docMk/>
            <pc:sldMk cId="0" sldId="275"/>
            <ac:spMk id="24" creationId="{00000000-0000-0000-0000-000000000000}"/>
          </ac:spMkLst>
        </pc:spChg>
        <pc:spChg chg="mod">
          <ac:chgData name="Meagen Chong Rui Ru" userId="5a846f86-1671-4010-97d7-5dd57ed22bb3" providerId="ADAL" clId="{96030B19-0F49-4B1B-8A38-00C4AF44C80B}" dt="2026-05-25T04:19:12.816" v="1066" actId="1035"/>
          <ac:spMkLst>
            <pc:docMk/>
            <pc:sldMk cId="0" sldId="275"/>
            <ac:spMk id="25" creationId="{00000000-0000-0000-0000-000000000000}"/>
          </ac:spMkLst>
        </pc:spChg>
        <pc:spChg chg="mod">
          <ac:chgData name="Meagen Chong Rui Ru" userId="5a846f86-1671-4010-97d7-5dd57ed22bb3" providerId="ADAL" clId="{96030B19-0F49-4B1B-8A38-00C4AF44C80B}" dt="2026-05-25T04:19:27.746" v="1099" actId="1036"/>
          <ac:spMkLst>
            <pc:docMk/>
            <pc:sldMk cId="0" sldId="275"/>
            <ac:spMk id="26" creationId="{00000000-0000-0000-0000-000000000000}"/>
          </ac:spMkLst>
        </pc:spChg>
        <pc:picChg chg="add mod">
          <ac:chgData name="Meagen Chong Rui Ru" userId="5a846f86-1671-4010-97d7-5dd57ed22bb3" providerId="ADAL" clId="{96030B19-0F49-4B1B-8A38-00C4AF44C80B}" dt="2026-05-25T04:20:58.788" v="1108" actId="1035"/>
          <ac:picMkLst>
            <pc:docMk/>
            <pc:sldMk cId="0" sldId="275"/>
            <ac:picMk id="28" creationId="{5224991B-D133-D91D-5885-FDAB20E93A87}"/>
          </ac:picMkLst>
        </pc:picChg>
      </pc:sldChg>
      <pc:sldChg chg="addSp delSp modSp mod">
        <pc:chgData name="Meagen Chong Rui Ru" userId="5a846f86-1671-4010-97d7-5dd57ed22bb3" providerId="ADAL" clId="{96030B19-0F49-4B1B-8A38-00C4AF44C80B}" dt="2026-05-25T04:24:05.603" v="1137" actId="1076"/>
        <pc:sldMkLst>
          <pc:docMk/>
          <pc:sldMk cId="0" sldId="276"/>
        </pc:sldMkLst>
        <pc:spChg chg="mod">
          <ac:chgData name="Meagen Chong Rui Ru" userId="5a846f86-1671-4010-97d7-5dd57ed22bb3" providerId="ADAL" clId="{96030B19-0F49-4B1B-8A38-00C4AF44C80B}" dt="2026-05-25T04:24:03.345" v="1135" actId="1036"/>
          <ac:spMkLst>
            <pc:docMk/>
            <pc:sldMk cId="0" sldId="276"/>
            <ac:spMk id="11" creationId="{00000000-0000-0000-0000-000000000000}"/>
          </ac:spMkLst>
        </pc:spChg>
        <pc:spChg chg="mod">
          <ac:chgData name="Meagen Chong Rui Ru" userId="5a846f86-1671-4010-97d7-5dd57ed22bb3" providerId="ADAL" clId="{96030B19-0F49-4B1B-8A38-00C4AF44C80B}" dt="2026-05-25T04:22:30.065" v="1126" actId="20577"/>
          <ac:spMkLst>
            <pc:docMk/>
            <pc:sldMk cId="0" sldId="276"/>
            <ac:spMk id="14" creationId="{00000000-0000-0000-0000-000000000000}"/>
          </ac:spMkLst>
        </pc:spChg>
        <pc:picChg chg="add mod">
          <ac:chgData name="Meagen Chong Rui Ru" userId="5a846f86-1671-4010-97d7-5dd57ed22bb3" providerId="ADAL" clId="{96030B19-0F49-4B1B-8A38-00C4AF44C80B}" dt="2026-05-25T04:24:05.603" v="1137" actId="1076"/>
          <ac:picMkLst>
            <pc:docMk/>
            <pc:sldMk cId="0" sldId="276"/>
            <ac:picMk id="18" creationId="{C7EFBE9A-67B4-479B-5A72-A1F6407AD918}"/>
          </ac:picMkLst>
        </pc:picChg>
      </pc:sldChg>
      <pc:sldChg chg="addSp delSp modSp mod">
        <pc:chgData name="Meagen Chong Rui Ru" userId="5a846f86-1671-4010-97d7-5dd57ed22bb3" providerId="ADAL" clId="{96030B19-0F49-4B1B-8A38-00C4AF44C80B}" dt="2026-05-25T04:27:02.639" v="1163" actId="1076"/>
        <pc:sldMkLst>
          <pc:docMk/>
          <pc:sldMk cId="0" sldId="277"/>
        </pc:sldMkLst>
        <pc:spChg chg="mod">
          <ac:chgData name="Meagen Chong Rui Ru" userId="5a846f86-1671-4010-97d7-5dd57ed22bb3" providerId="ADAL" clId="{96030B19-0F49-4B1B-8A38-00C4AF44C80B}" dt="2026-05-25T04:25:55.094" v="1151" actId="20577"/>
          <ac:spMkLst>
            <pc:docMk/>
            <pc:sldMk cId="0" sldId="277"/>
            <ac:spMk id="15" creationId="{00000000-0000-0000-0000-000000000000}"/>
          </ac:spMkLst>
        </pc:spChg>
        <pc:spChg chg="add mod">
          <ac:chgData name="Meagen Chong Rui Ru" userId="5a846f86-1671-4010-97d7-5dd57ed22bb3" providerId="ADAL" clId="{96030B19-0F49-4B1B-8A38-00C4AF44C80B}" dt="2026-05-25T04:26:20.618" v="1158" actId="14100"/>
          <ac:spMkLst>
            <pc:docMk/>
            <pc:sldMk cId="0" sldId="277"/>
            <ac:spMk id="16" creationId="{8716BB01-ADB1-524B-7350-BA1C46301557}"/>
          </ac:spMkLst>
        </pc:spChg>
        <pc:picChg chg="add mod">
          <ac:chgData name="Meagen Chong Rui Ru" userId="5a846f86-1671-4010-97d7-5dd57ed22bb3" providerId="ADAL" clId="{96030B19-0F49-4B1B-8A38-00C4AF44C80B}" dt="2026-05-25T04:27:02.639" v="1163" actId="1076"/>
          <ac:picMkLst>
            <pc:docMk/>
            <pc:sldMk cId="0" sldId="277"/>
            <ac:picMk id="18" creationId="{3B0BA0C3-9418-12F1-0050-1D0CBE3E848E}"/>
          </ac:picMkLst>
        </pc:picChg>
      </pc:sldChg>
      <pc:sldChg chg="addSp modSp mod">
        <pc:chgData name="Meagen Chong Rui Ru" userId="5a846f86-1671-4010-97d7-5dd57ed22bb3" providerId="ADAL" clId="{96030B19-0F49-4B1B-8A38-00C4AF44C80B}" dt="2026-05-25T05:21:46.198" v="1208" actId="20577"/>
        <pc:sldMkLst>
          <pc:docMk/>
          <pc:sldMk cId="0" sldId="279"/>
        </pc:sldMkLst>
        <pc:spChg chg="mod">
          <ac:chgData name="Meagen Chong Rui Ru" userId="5a846f86-1671-4010-97d7-5dd57ed22bb3" providerId="ADAL" clId="{96030B19-0F49-4B1B-8A38-00C4AF44C80B}" dt="2026-05-25T05:21:46.198" v="1208" actId="20577"/>
          <ac:spMkLst>
            <pc:docMk/>
            <pc:sldMk cId="0" sldId="279"/>
            <ac:spMk id="22" creationId="{00000000-0000-0000-0000-000000000000}"/>
          </ac:spMkLst>
        </pc:spChg>
        <pc:picChg chg="add mod">
          <ac:chgData name="Meagen Chong Rui Ru" userId="5a846f86-1671-4010-97d7-5dd57ed22bb3" providerId="ADAL" clId="{96030B19-0F49-4B1B-8A38-00C4AF44C80B}" dt="2026-05-25T05:21:31.013" v="1168" actId="1076"/>
          <ac:picMkLst>
            <pc:docMk/>
            <pc:sldMk cId="0" sldId="279"/>
            <ac:picMk id="24" creationId="{9D25B425-7C2A-4B12-B2A1-FE82C44B97A7}"/>
          </ac:picMkLst>
        </pc:picChg>
      </pc:sldChg>
      <pc:sldChg chg="addSp modSp mod">
        <pc:chgData name="Meagen Chong Rui Ru" userId="5a846f86-1671-4010-97d7-5dd57ed22bb3" providerId="ADAL" clId="{96030B19-0F49-4B1B-8A38-00C4AF44C80B}" dt="2026-05-25T05:23:15.541" v="1216" actId="1076"/>
        <pc:sldMkLst>
          <pc:docMk/>
          <pc:sldMk cId="0" sldId="280"/>
        </pc:sldMkLst>
        <pc:picChg chg="add mod">
          <ac:chgData name="Meagen Chong Rui Ru" userId="5a846f86-1671-4010-97d7-5dd57ed22bb3" providerId="ADAL" clId="{96030B19-0F49-4B1B-8A38-00C4AF44C80B}" dt="2026-05-25T05:23:15.541" v="1216" actId="1076"/>
          <ac:picMkLst>
            <pc:docMk/>
            <pc:sldMk cId="0" sldId="280"/>
            <ac:picMk id="22" creationId="{082E47BE-DA12-ACDF-0F9B-DDB381943BA9}"/>
          </ac:picMkLst>
        </pc:picChg>
      </pc:sldChg>
      <pc:sldChg chg="addSp modSp mod">
        <pc:chgData name="Meagen Chong Rui Ru" userId="5a846f86-1671-4010-97d7-5dd57ed22bb3" providerId="ADAL" clId="{96030B19-0F49-4B1B-8A38-00C4AF44C80B}" dt="2026-05-25T05:38:30.714" v="1299" actId="1036"/>
        <pc:sldMkLst>
          <pc:docMk/>
          <pc:sldMk cId="0" sldId="281"/>
        </pc:sldMkLst>
        <pc:spChg chg="mod">
          <ac:chgData name="Meagen Chong Rui Ru" userId="5a846f86-1671-4010-97d7-5dd57ed22bb3" providerId="ADAL" clId="{96030B19-0F49-4B1B-8A38-00C4AF44C80B}" dt="2026-05-25T05:38:05.411" v="1269" actId="1076"/>
          <ac:spMkLst>
            <pc:docMk/>
            <pc:sldMk cId="0" sldId="281"/>
            <ac:spMk id="6" creationId="{00000000-0000-0000-0000-000000000000}"/>
          </ac:spMkLst>
        </pc:spChg>
        <pc:spChg chg="mod">
          <ac:chgData name="Meagen Chong Rui Ru" userId="5a846f86-1671-4010-97d7-5dd57ed22bb3" providerId="ADAL" clId="{96030B19-0F49-4B1B-8A38-00C4AF44C80B}" dt="2026-05-25T05:37:17.860" v="1244" actId="1076"/>
          <ac:spMkLst>
            <pc:docMk/>
            <pc:sldMk cId="0" sldId="281"/>
            <ac:spMk id="9" creationId="{00000000-0000-0000-0000-000000000000}"/>
          </ac:spMkLst>
        </pc:spChg>
        <pc:spChg chg="mod">
          <ac:chgData name="Meagen Chong Rui Ru" userId="5a846f86-1671-4010-97d7-5dd57ed22bb3" providerId="ADAL" clId="{96030B19-0F49-4B1B-8A38-00C4AF44C80B}" dt="2026-05-25T05:36:26.414" v="1222" actId="14100"/>
          <ac:spMkLst>
            <pc:docMk/>
            <pc:sldMk cId="0" sldId="281"/>
            <ac:spMk id="11" creationId="{00000000-0000-0000-0000-000000000000}"/>
          </ac:spMkLst>
        </pc:spChg>
        <pc:spChg chg="mod">
          <ac:chgData name="Meagen Chong Rui Ru" userId="5a846f86-1671-4010-97d7-5dd57ed22bb3" providerId="ADAL" clId="{96030B19-0F49-4B1B-8A38-00C4AF44C80B}" dt="2026-05-25T05:36:26.414" v="1222" actId="14100"/>
          <ac:spMkLst>
            <pc:docMk/>
            <pc:sldMk cId="0" sldId="281"/>
            <ac:spMk id="12" creationId="{00000000-0000-0000-0000-000000000000}"/>
          </ac:spMkLst>
        </pc:spChg>
        <pc:spChg chg="mod">
          <ac:chgData name="Meagen Chong Rui Ru" userId="5a846f86-1671-4010-97d7-5dd57ed22bb3" providerId="ADAL" clId="{96030B19-0F49-4B1B-8A38-00C4AF44C80B}" dt="2026-05-25T05:37:07.943" v="1242" actId="1036"/>
          <ac:spMkLst>
            <pc:docMk/>
            <pc:sldMk cId="0" sldId="281"/>
            <ac:spMk id="13" creationId="{00000000-0000-0000-0000-000000000000}"/>
          </ac:spMkLst>
        </pc:spChg>
        <pc:spChg chg="mod">
          <ac:chgData name="Meagen Chong Rui Ru" userId="5a846f86-1671-4010-97d7-5dd57ed22bb3" providerId="ADAL" clId="{96030B19-0F49-4B1B-8A38-00C4AF44C80B}" dt="2026-05-25T05:37:07.943" v="1242" actId="1036"/>
          <ac:spMkLst>
            <pc:docMk/>
            <pc:sldMk cId="0" sldId="281"/>
            <ac:spMk id="14" creationId="{00000000-0000-0000-0000-000000000000}"/>
          </ac:spMkLst>
        </pc:spChg>
        <pc:spChg chg="mod">
          <ac:chgData name="Meagen Chong Rui Ru" userId="5a846f86-1671-4010-97d7-5dd57ed22bb3" providerId="ADAL" clId="{96030B19-0F49-4B1B-8A38-00C4AF44C80B}" dt="2026-05-25T05:36:47.922" v="1230" actId="14100"/>
          <ac:spMkLst>
            <pc:docMk/>
            <pc:sldMk cId="0" sldId="281"/>
            <ac:spMk id="15" creationId="{00000000-0000-0000-0000-000000000000}"/>
          </ac:spMkLst>
        </pc:spChg>
        <pc:spChg chg="mod">
          <ac:chgData name="Meagen Chong Rui Ru" userId="5a846f86-1671-4010-97d7-5dd57ed22bb3" providerId="ADAL" clId="{96030B19-0F49-4B1B-8A38-00C4AF44C80B}" dt="2026-05-25T05:36:47.922" v="1230" actId="14100"/>
          <ac:spMkLst>
            <pc:docMk/>
            <pc:sldMk cId="0" sldId="281"/>
            <ac:spMk id="16" creationId="{00000000-0000-0000-0000-000000000000}"/>
          </ac:spMkLst>
        </pc:spChg>
        <pc:spChg chg="mod">
          <ac:chgData name="Meagen Chong Rui Ru" userId="5a846f86-1671-4010-97d7-5dd57ed22bb3" providerId="ADAL" clId="{96030B19-0F49-4B1B-8A38-00C4AF44C80B}" dt="2026-05-25T05:36:56.010" v="1241" actId="1035"/>
          <ac:spMkLst>
            <pc:docMk/>
            <pc:sldMk cId="0" sldId="281"/>
            <ac:spMk id="17" creationId="{00000000-0000-0000-0000-000000000000}"/>
          </ac:spMkLst>
        </pc:spChg>
        <pc:spChg chg="mod">
          <ac:chgData name="Meagen Chong Rui Ru" userId="5a846f86-1671-4010-97d7-5dd57ed22bb3" providerId="ADAL" clId="{96030B19-0F49-4B1B-8A38-00C4AF44C80B}" dt="2026-05-25T05:36:56.010" v="1241" actId="1035"/>
          <ac:spMkLst>
            <pc:docMk/>
            <pc:sldMk cId="0" sldId="281"/>
            <ac:spMk id="18" creationId="{00000000-0000-0000-0000-000000000000}"/>
          </ac:spMkLst>
        </pc:spChg>
        <pc:spChg chg="mod">
          <ac:chgData name="Meagen Chong Rui Ru" userId="5a846f86-1671-4010-97d7-5dd57ed22bb3" providerId="ADAL" clId="{96030B19-0F49-4B1B-8A38-00C4AF44C80B}" dt="2026-05-25T05:37:51.063" v="1267" actId="14100"/>
          <ac:spMkLst>
            <pc:docMk/>
            <pc:sldMk cId="0" sldId="281"/>
            <ac:spMk id="19" creationId="{00000000-0000-0000-0000-000000000000}"/>
          </ac:spMkLst>
        </pc:spChg>
        <pc:spChg chg="mod">
          <ac:chgData name="Meagen Chong Rui Ru" userId="5a846f86-1671-4010-97d7-5dd57ed22bb3" providerId="ADAL" clId="{96030B19-0F49-4B1B-8A38-00C4AF44C80B}" dt="2026-05-25T05:37:51.063" v="1267" actId="14100"/>
          <ac:spMkLst>
            <pc:docMk/>
            <pc:sldMk cId="0" sldId="281"/>
            <ac:spMk id="20" creationId="{00000000-0000-0000-0000-000000000000}"/>
          </ac:spMkLst>
        </pc:spChg>
        <pc:spChg chg="mod">
          <ac:chgData name="Meagen Chong Rui Ru" userId="5a846f86-1671-4010-97d7-5dd57ed22bb3" providerId="ADAL" clId="{96030B19-0F49-4B1B-8A38-00C4AF44C80B}" dt="2026-05-25T05:37:39.130" v="1266" actId="1035"/>
          <ac:spMkLst>
            <pc:docMk/>
            <pc:sldMk cId="0" sldId="281"/>
            <ac:spMk id="21" creationId="{00000000-0000-0000-0000-000000000000}"/>
          </ac:spMkLst>
        </pc:spChg>
        <pc:spChg chg="mod">
          <ac:chgData name="Meagen Chong Rui Ru" userId="5a846f86-1671-4010-97d7-5dd57ed22bb3" providerId="ADAL" clId="{96030B19-0F49-4B1B-8A38-00C4AF44C80B}" dt="2026-05-25T05:37:39.130" v="1266" actId="1035"/>
          <ac:spMkLst>
            <pc:docMk/>
            <pc:sldMk cId="0" sldId="281"/>
            <ac:spMk id="22" creationId="{00000000-0000-0000-0000-000000000000}"/>
          </ac:spMkLst>
        </pc:spChg>
        <pc:spChg chg="mod">
          <ac:chgData name="Meagen Chong Rui Ru" userId="5a846f86-1671-4010-97d7-5dd57ed22bb3" providerId="ADAL" clId="{96030B19-0F49-4B1B-8A38-00C4AF44C80B}" dt="2026-05-25T05:38:24.100" v="1273" actId="14100"/>
          <ac:spMkLst>
            <pc:docMk/>
            <pc:sldMk cId="0" sldId="281"/>
            <ac:spMk id="23" creationId="{00000000-0000-0000-0000-000000000000}"/>
          </ac:spMkLst>
        </pc:spChg>
        <pc:spChg chg="mod">
          <ac:chgData name="Meagen Chong Rui Ru" userId="5a846f86-1671-4010-97d7-5dd57ed22bb3" providerId="ADAL" clId="{96030B19-0F49-4B1B-8A38-00C4AF44C80B}" dt="2026-05-25T05:38:24.100" v="1273" actId="14100"/>
          <ac:spMkLst>
            <pc:docMk/>
            <pc:sldMk cId="0" sldId="281"/>
            <ac:spMk id="24" creationId="{00000000-0000-0000-0000-000000000000}"/>
          </ac:spMkLst>
        </pc:spChg>
        <pc:spChg chg="mod">
          <ac:chgData name="Meagen Chong Rui Ru" userId="5a846f86-1671-4010-97d7-5dd57ed22bb3" providerId="ADAL" clId="{96030B19-0F49-4B1B-8A38-00C4AF44C80B}" dt="2026-05-25T05:38:30.714" v="1299" actId="1036"/>
          <ac:spMkLst>
            <pc:docMk/>
            <pc:sldMk cId="0" sldId="281"/>
            <ac:spMk id="25" creationId="{00000000-0000-0000-0000-000000000000}"/>
          </ac:spMkLst>
        </pc:spChg>
        <pc:spChg chg="mod">
          <ac:chgData name="Meagen Chong Rui Ru" userId="5a846f86-1671-4010-97d7-5dd57ed22bb3" providerId="ADAL" clId="{96030B19-0F49-4B1B-8A38-00C4AF44C80B}" dt="2026-05-25T05:38:30.714" v="1299" actId="1036"/>
          <ac:spMkLst>
            <pc:docMk/>
            <pc:sldMk cId="0" sldId="281"/>
            <ac:spMk id="26" creationId="{00000000-0000-0000-0000-000000000000}"/>
          </ac:spMkLst>
        </pc:spChg>
        <pc:picChg chg="add mod">
          <ac:chgData name="Meagen Chong Rui Ru" userId="5a846f86-1671-4010-97d7-5dd57ed22bb3" providerId="ADAL" clId="{96030B19-0F49-4B1B-8A38-00C4AF44C80B}" dt="2026-05-25T05:29:57.785" v="1221" actId="1035"/>
          <ac:picMkLst>
            <pc:docMk/>
            <pc:sldMk cId="0" sldId="281"/>
            <ac:picMk id="27" creationId="{34E491E5-3D79-7E88-61EC-8969AF3870E6}"/>
          </ac:picMkLst>
        </pc:picChg>
      </pc:sldChg>
      <pc:sldChg chg="addSp modSp mod">
        <pc:chgData name="Meagen Chong Rui Ru" userId="5a846f86-1671-4010-97d7-5dd57ed22bb3" providerId="ADAL" clId="{96030B19-0F49-4B1B-8A38-00C4AF44C80B}" dt="2026-05-25T05:39:29.913" v="1306" actId="1038"/>
        <pc:sldMkLst>
          <pc:docMk/>
          <pc:sldMk cId="0" sldId="283"/>
        </pc:sldMkLst>
        <pc:picChg chg="add mod">
          <ac:chgData name="Meagen Chong Rui Ru" userId="5a846f86-1671-4010-97d7-5dd57ed22bb3" providerId="ADAL" clId="{96030B19-0F49-4B1B-8A38-00C4AF44C80B}" dt="2026-05-25T05:39:29.913" v="1306" actId="1038"/>
          <ac:picMkLst>
            <pc:docMk/>
            <pc:sldMk cId="0" sldId="283"/>
            <ac:picMk id="23" creationId="{E8FC7FA5-506B-2975-9E4A-988718012AFD}"/>
          </ac:picMkLst>
        </pc:picChg>
      </pc:sldChg>
      <pc:sldChg chg="addSp modSp mod">
        <pc:chgData name="Meagen Chong Rui Ru" userId="5a846f86-1671-4010-97d7-5dd57ed22bb3" providerId="ADAL" clId="{96030B19-0F49-4B1B-8A38-00C4AF44C80B}" dt="2026-05-25T05:47:20.693" v="1332" actId="313"/>
        <pc:sldMkLst>
          <pc:docMk/>
          <pc:sldMk cId="0" sldId="285"/>
        </pc:sldMkLst>
        <pc:spChg chg="mod">
          <ac:chgData name="Meagen Chong Rui Ru" userId="5a846f86-1671-4010-97d7-5dd57ed22bb3" providerId="ADAL" clId="{96030B19-0F49-4B1B-8A38-00C4AF44C80B}" dt="2026-05-25T05:47:20.693" v="1332" actId="313"/>
          <ac:spMkLst>
            <pc:docMk/>
            <pc:sldMk cId="0" sldId="285"/>
            <ac:spMk id="14" creationId="{00000000-0000-0000-0000-000000000000}"/>
          </ac:spMkLst>
        </pc:spChg>
        <pc:picChg chg="add mod">
          <ac:chgData name="Meagen Chong Rui Ru" userId="5a846f86-1671-4010-97d7-5dd57ed22bb3" providerId="ADAL" clId="{96030B19-0F49-4B1B-8A38-00C4AF44C80B}" dt="2026-05-25T05:44:12.457" v="1311" actId="1076"/>
          <ac:picMkLst>
            <pc:docMk/>
            <pc:sldMk cId="0" sldId="285"/>
            <ac:picMk id="16" creationId="{D248C128-D58F-A2CC-9C9F-B99969E4EB89}"/>
          </ac:picMkLst>
        </pc:picChg>
      </pc:sldChg>
      <pc:sldChg chg="addSp modSp mod">
        <pc:chgData name="Meagen Chong Rui Ru" userId="5a846f86-1671-4010-97d7-5dd57ed22bb3" providerId="ADAL" clId="{96030B19-0F49-4B1B-8A38-00C4AF44C80B}" dt="2026-05-25T06:04:11.813" v="1386" actId="1038"/>
        <pc:sldMkLst>
          <pc:docMk/>
          <pc:sldMk cId="0" sldId="286"/>
        </pc:sldMkLst>
        <pc:spChg chg="mod">
          <ac:chgData name="Meagen Chong Rui Ru" userId="5a846f86-1671-4010-97d7-5dd57ed22bb3" providerId="ADAL" clId="{96030B19-0F49-4B1B-8A38-00C4AF44C80B}" dt="2026-05-25T06:02:41.162" v="1346" actId="14100"/>
          <ac:spMkLst>
            <pc:docMk/>
            <pc:sldMk cId="0" sldId="286"/>
            <ac:spMk id="11" creationId="{00000000-0000-0000-0000-000000000000}"/>
          </ac:spMkLst>
        </pc:spChg>
        <pc:spChg chg="mod">
          <ac:chgData name="Meagen Chong Rui Ru" userId="5a846f86-1671-4010-97d7-5dd57ed22bb3" providerId="ADAL" clId="{96030B19-0F49-4B1B-8A38-00C4AF44C80B}" dt="2026-05-25T06:02:41.162" v="1346" actId="14100"/>
          <ac:spMkLst>
            <pc:docMk/>
            <pc:sldMk cId="0" sldId="286"/>
            <ac:spMk id="12" creationId="{00000000-0000-0000-0000-000000000000}"/>
          </ac:spMkLst>
        </pc:spChg>
        <pc:picChg chg="add mod">
          <ac:chgData name="Meagen Chong Rui Ru" userId="5a846f86-1671-4010-97d7-5dd57ed22bb3" providerId="ADAL" clId="{96030B19-0F49-4B1B-8A38-00C4AF44C80B}" dt="2026-05-25T06:04:11.813" v="1386" actId="1038"/>
          <ac:picMkLst>
            <pc:docMk/>
            <pc:sldMk cId="0" sldId="286"/>
            <ac:picMk id="15" creationId="{29A69262-5BA3-1BF2-3C95-22549CF81FB0}"/>
          </ac:picMkLst>
        </pc:picChg>
      </pc:sldChg>
      <pc:sldChg chg="addSp modSp add del mod">
        <pc:chgData name="Meagen Chong Rui Ru" userId="5a846f86-1671-4010-97d7-5dd57ed22bb3" providerId="ADAL" clId="{96030B19-0F49-4B1B-8A38-00C4AF44C80B}" dt="2026-05-25T06:05:14.208" v="1391"/>
        <pc:sldMkLst>
          <pc:docMk/>
          <pc:sldMk cId="0" sldId="287"/>
        </pc:sldMkLst>
        <pc:spChg chg="mod">
          <ac:chgData name="Meagen Chong Rui Ru" userId="5a846f86-1671-4010-97d7-5dd57ed22bb3" providerId="ADAL" clId="{96030B19-0F49-4B1B-8A38-00C4AF44C80B}" dt="2026-05-25T06:04:58.629" v="1389" actId="1076"/>
          <ac:spMkLst>
            <pc:docMk/>
            <pc:sldMk cId="0" sldId="287"/>
            <ac:spMk id="6" creationId="{00000000-0000-0000-0000-000000000000}"/>
          </ac:spMkLst>
        </pc:spChg>
        <pc:spChg chg="add mod">
          <ac:chgData name="Meagen Chong Rui Ru" userId="5a846f86-1671-4010-97d7-5dd57ed22bb3" providerId="ADAL" clId="{96030B19-0F49-4B1B-8A38-00C4AF44C80B}" dt="2026-05-25T06:05:14.208" v="1391"/>
          <ac:spMkLst>
            <pc:docMk/>
            <pc:sldMk cId="0" sldId="287"/>
            <ac:spMk id="28" creationId="{C11ACB3A-B3EC-F72F-3BB0-EAE5E3C46AA6}"/>
          </ac:spMkLst>
        </pc:spChg>
        <pc:picChg chg="add mod">
          <ac:chgData name="Meagen Chong Rui Ru" userId="5a846f86-1671-4010-97d7-5dd57ed22bb3" providerId="ADAL" clId="{96030B19-0F49-4B1B-8A38-00C4AF44C80B}" dt="2026-05-25T06:03:47.845" v="1353" actId="1038"/>
          <ac:picMkLst>
            <pc:docMk/>
            <pc:sldMk cId="0" sldId="287"/>
            <ac:picMk id="27" creationId="{DE496907-27FD-E289-2B2E-6BFDC77F94D0}"/>
          </ac:picMkLst>
        </pc:picChg>
      </pc:sldChg>
      <pc:sldChg chg="addSp modSp mod">
        <pc:chgData name="Meagen Chong Rui Ru" userId="5a846f86-1671-4010-97d7-5dd57ed22bb3" providerId="ADAL" clId="{96030B19-0F49-4B1B-8A38-00C4AF44C80B}" dt="2026-05-25T06:07:15.587" v="1403" actId="1038"/>
        <pc:sldMkLst>
          <pc:docMk/>
          <pc:sldMk cId="0" sldId="289"/>
        </pc:sldMkLst>
        <pc:picChg chg="add mod">
          <ac:chgData name="Meagen Chong Rui Ru" userId="5a846f86-1671-4010-97d7-5dd57ed22bb3" providerId="ADAL" clId="{96030B19-0F49-4B1B-8A38-00C4AF44C80B}" dt="2026-05-25T06:07:15.587" v="1403" actId="1038"/>
          <ac:picMkLst>
            <pc:docMk/>
            <pc:sldMk cId="0" sldId="289"/>
            <ac:picMk id="16" creationId="{AFFA010A-1894-8FFC-37E2-5724576AA017}"/>
          </ac:picMkLst>
        </pc:picChg>
        <pc:picChg chg="add mod">
          <ac:chgData name="Meagen Chong Rui Ru" userId="5a846f86-1671-4010-97d7-5dd57ed22bb3" providerId="ADAL" clId="{96030B19-0F49-4B1B-8A38-00C4AF44C80B}" dt="2026-05-25T06:07:08.492" v="1402" actId="14100"/>
          <ac:picMkLst>
            <pc:docMk/>
            <pc:sldMk cId="0" sldId="289"/>
            <ac:picMk id="18" creationId="{A1FD1012-4320-5975-D40F-E105FC4CB92C}"/>
          </ac:picMkLst>
        </pc:picChg>
      </pc:sldChg>
      <pc:sldChg chg="addSp modSp mod">
        <pc:chgData name="Meagen Chong Rui Ru" userId="5a846f86-1671-4010-97d7-5dd57ed22bb3" providerId="ADAL" clId="{96030B19-0F49-4B1B-8A38-00C4AF44C80B}" dt="2026-05-25T06:19:54.847" v="1409" actId="1076"/>
        <pc:sldMkLst>
          <pc:docMk/>
          <pc:sldMk cId="0" sldId="290"/>
        </pc:sldMkLst>
        <pc:picChg chg="add mod">
          <ac:chgData name="Meagen Chong Rui Ru" userId="5a846f86-1671-4010-97d7-5dd57ed22bb3" providerId="ADAL" clId="{96030B19-0F49-4B1B-8A38-00C4AF44C80B}" dt="2026-05-25T06:19:54.847" v="1409" actId="1076"/>
          <ac:picMkLst>
            <pc:docMk/>
            <pc:sldMk cId="0" sldId="290"/>
            <ac:picMk id="16" creationId="{3AF36450-E487-FF23-9E7C-18325E923748}"/>
          </ac:picMkLst>
        </pc:picChg>
      </pc:sldChg>
      <pc:sldChg chg="addSp modSp mod">
        <pc:chgData name="Meagen Chong Rui Ru" userId="5a846f86-1671-4010-97d7-5dd57ed22bb3" providerId="ADAL" clId="{96030B19-0F49-4B1B-8A38-00C4AF44C80B}" dt="2026-05-25T06:21:06.932" v="1414" actId="1076"/>
        <pc:sldMkLst>
          <pc:docMk/>
          <pc:sldMk cId="0" sldId="291"/>
        </pc:sldMkLst>
        <pc:picChg chg="add mod">
          <ac:chgData name="Meagen Chong Rui Ru" userId="5a846f86-1671-4010-97d7-5dd57ed22bb3" providerId="ADAL" clId="{96030B19-0F49-4B1B-8A38-00C4AF44C80B}" dt="2026-05-25T06:21:06.932" v="1414" actId="1076"/>
          <ac:picMkLst>
            <pc:docMk/>
            <pc:sldMk cId="0" sldId="291"/>
            <ac:picMk id="16" creationId="{8AB4C471-E2C5-2835-0E6F-DBCEFBA53F3B}"/>
          </ac:picMkLst>
        </pc:picChg>
      </pc:sldChg>
      <pc:sldChg chg="addSp delSp modSp mod">
        <pc:chgData name="Meagen Chong Rui Ru" userId="5a846f86-1671-4010-97d7-5dd57ed22bb3" providerId="ADAL" clId="{96030B19-0F49-4B1B-8A38-00C4AF44C80B}" dt="2026-05-25T06:26:57.370" v="1726" actId="1076"/>
        <pc:sldMkLst>
          <pc:docMk/>
          <pc:sldMk cId="0" sldId="292"/>
        </pc:sldMkLst>
        <pc:spChg chg="mod">
          <ac:chgData name="Meagen Chong Rui Ru" userId="5a846f86-1671-4010-97d7-5dd57ed22bb3" providerId="ADAL" clId="{96030B19-0F49-4B1B-8A38-00C4AF44C80B}" dt="2026-05-25T06:26:05.936" v="1638" actId="1076"/>
          <ac:spMkLst>
            <pc:docMk/>
            <pc:sldMk cId="0" sldId="292"/>
            <ac:spMk id="10" creationId="{00000000-0000-0000-0000-000000000000}"/>
          </ac:spMkLst>
        </pc:spChg>
        <pc:spChg chg="mod">
          <ac:chgData name="Meagen Chong Rui Ru" userId="5a846f86-1671-4010-97d7-5dd57ed22bb3" providerId="ADAL" clId="{96030B19-0F49-4B1B-8A38-00C4AF44C80B}" dt="2026-05-25T06:21:54.110" v="1422" actId="20577"/>
          <ac:spMkLst>
            <pc:docMk/>
            <pc:sldMk cId="0" sldId="292"/>
            <ac:spMk id="11" creationId="{00000000-0000-0000-0000-000000000000}"/>
          </ac:spMkLst>
        </pc:spChg>
        <pc:spChg chg="mod">
          <ac:chgData name="Meagen Chong Rui Ru" userId="5a846f86-1671-4010-97d7-5dd57ed22bb3" providerId="ADAL" clId="{96030B19-0F49-4B1B-8A38-00C4AF44C80B}" dt="2026-05-25T06:23:55.498" v="1547" actId="1036"/>
          <ac:spMkLst>
            <pc:docMk/>
            <pc:sldMk cId="0" sldId="292"/>
            <ac:spMk id="12" creationId="{00000000-0000-0000-0000-000000000000}"/>
          </ac:spMkLst>
        </pc:spChg>
        <pc:spChg chg="mod">
          <ac:chgData name="Meagen Chong Rui Ru" userId="5a846f86-1671-4010-97d7-5dd57ed22bb3" providerId="ADAL" clId="{96030B19-0F49-4B1B-8A38-00C4AF44C80B}" dt="2026-05-25T06:26:24.456" v="1721" actId="1035"/>
          <ac:spMkLst>
            <pc:docMk/>
            <pc:sldMk cId="0" sldId="292"/>
            <ac:spMk id="13" creationId="{00000000-0000-0000-0000-000000000000}"/>
          </ac:spMkLst>
        </pc:spChg>
        <pc:spChg chg="mod">
          <ac:chgData name="Meagen Chong Rui Ru" userId="5a846f86-1671-4010-97d7-5dd57ed22bb3" providerId="ADAL" clId="{96030B19-0F49-4B1B-8A38-00C4AF44C80B}" dt="2026-05-25T06:26:24.456" v="1721" actId="1035"/>
          <ac:spMkLst>
            <pc:docMk/>
            <pc:sldMk cId="0" sldId="292"/>
            <ac:spMk id="14" creationId="{00000000-0000-0000-0000-000000000000}"/>
          </ac:spMkLst>
        </pc:spChg>
        <pc:spChg chg="add mod">
          <ac:chgData name="Meagen Chong Rui Ru" userId="5a846f86-1671-4010-97d7-5dd57ed22bb3" providerId="ADAL" clId="{96030B19-0F49-4B1B-8A38-00C4AF44C80B}" dt="2026-05-25T06:26:18.489" v="1697" actId="1035"/>
          <ac:spMkLst>
            <pc:docMk/>
            <pc:sldMk cId="0" sldId="292"/>
            <ac:spMk id="18" creationId="{01937916-5596-B859-630B-3B13819876D8}"/>
          </ac:spMkLst>
        </pc:spChg>
        <pc:spChg chg="add mod">
          <ac:chgData name="Meagen Chong Rui Ru" userId="5a846f86-1671-4010-97d7-5dd57ed22bb3" providerId="ADAL" clId="{96030B19-0F49-4B1B-8A38-00C4AF44C80B}" dt="2026-05-25T06:26:18.489" v="1697" actId="1035"/>
          <ac:spMkLst>
            <pc:docMk/>
            <pc:sldMk cId="0" sldId="292"/>
            <ac:spMk id="19" creationId="{C3B24713-FE85-9568-C222-F369EC334CF2}"/>
          </ac:spMkLst>
        </pc:spChg>
        <pc:spChg chg="add mod">
          <ac:chgData name="Meagen Chong Rui Ru" userId="5a846f86-1671-4010-97d7-5dd57ed22bb3" providerId="ADAL" clId="{96030B19-0F49-4B1B-8A38-00C4AF44C80B}" dt="2026-05-25T06:25:49.244" v="1636" actId="14100"/>
          <ac:spMkLst>
            <pc:docMk/>
            <pc:sldMk cId="0" sldId="292"/>
            <ac:spMk id="20" creationId="{E7E1F3DC-43A4-1C90-9BEF-866FDBBCA184}"/>
          </ac:spMkLst>
        </pc:spChg>
        <pc:picChg chg="add mod">
          <ac:chgData name="Meagen Chong Rui Ru" userId="5a846f86-1671-4010-97d7-5dd57ed22bb3" providerId="ADAL" clId="{96030B19-0F49-4B1B-8A38-00C4AF44C80B}" dt="2026-05-25T06:26:57.370" v="1726" actId="1076"/>
          <ac:picMkLst>
            <pc:docMk/>
            <pc:sldMk cId="0" sldId="292"/>
            <ac:picMk id="21" creationId="{90B9C353-E267-37FD-B4A6-2C88F6E2E615}"/>
          </ac:picMkLst>
        </pc:picChg>
      </pc:sldChg>
      <pc:sldChg chg="addSp delSp modSp mod">
        <pc:chgData name="Meagen Chong Rui Ru" userId="5a846f86-1671-4010-97d7-5dd57ed22bb3" providerId="ADAL" clId="{96030B19-0F49-4B1B-8A38-00C4AF44C80B}" dt="2026-05-25T06:35:26.976" v="2093" actId="1038"/>
        <pc:sldMkLst>
          <pc:docMk/>
          <pc:sldMk cId="0" sldId="293"/>
        </pc:sldMkLst>
        <pc:spChg chg="add del">
          <ac:chgData name="Meagen Chong Rui Ru" userId="5a846f86-1671-4010-97d7-5dd57ed22bb3" providerId="ADAL" clId="{96030B19-0F49-4B1B-8A38-00C4AF44C80B}" dt="2026-05-25T06:28:49.700" v="1780" actId="478"/>
          <ac:spMkLst>
            <pc:docMk/>
            <pc:sldMk cId="0" sldId="293"/>
            <ac:spMk id="6" creationId="{00000000-0000-0000-0000-000000000000}"/>
          </ac:spMkLst>
        </pc:spChg>
        <pc:spChg chg="mod">
          <ac:chgData name="Meagen Chong Rui Ru" userId="5a846f86-1671-4010-97d7-5dd57ed22bb3" providerId="ADAL" clId="{96030B19-0F49-4B1B-8A38-00C4AF44C80B}" dt="2026-05-25T06:34:25.814" v="2078" actId="14100"/>
          <ac:spMkLst>
            <pc:docMk/>
            <pc:sldMk cId="0" sldId="293"/>
            <ac:spMk id="10" creationId="{00000000-0000-0000-0000-000000000000}"/>
          </ac:spMkLst>
        </pc:spChg>
        <pc:spChg chg="mod">
          <ac:chgData name="Meagen Chong Rui Ru" userId="5a846f86-1671-4010-97d7-5dd57ed22bb3" providerId="ADAL" clId="{96030B19-0F49-4B1B-8A38-00C4AF44C80B}" dt="2026-05-25T06:29:16.473" v="1790" actId="20577"/>
          <ac:spMkLst>
            <pc:docMk/>
            <pc:sldMk cId="0" sldId="293"/>
            <ac:spMk id="11" creationId="{00000000-0000-0000-0000-000000000000}"/>
          </ac:spMkLst>
        </pc:spChg>
        <pc:spChg chg="mod">
          <ac:chgData name="Meagen Chong Rui Ru" userId="5a846f86-1671-4010-97d7-5dd57ed22bb3" providerId="ADAL" clId="{96030B19-0F49-4B1B-8A38-00C4AF44C80B}" dt="2026-05-25T06:31:13.936" v="1794" actId="14100"/>
          <ac:spMkLst>
            <pc:docMk/>
            <pc:sldMk cId="0" sldId="293"/>
            <ac:spMk id="12" creationId="{00000000-0000-0000-0000-000000000000}"/>
          </ac:spMkLst>
        </pc:spChg>
        <pc:spChg chg="mod">
          <ac:chgData name="Meagen Chong Rui Ru" userId="5a846f86-1671-4010-97d7-5dd57ed22bb3" providerId="ADAL" clId="{96030B19-0F49-4B1B-8A38-00C4AF44C80B}" dt="2026-05-25T06:31:28.885" v="1798" actId="14100"/>
          <ac:spMkLst>
            <pc:docMk/>
            <pc:sldMk cId="0" sldId="293"/>
            <ac:spMk id="13" creationId="{00000000-0000-0000-0000-000000000000}"/>
          </ac:spMkLst>
        </pc:spChg>
        <pc:spChg chg="mod">
          <ac:chgData name="Meagen Chong Rui Ru" userId="5a846f86-1671-4010-97d7-5dd57ed22bb3" providerId="ADAL" clId="{96030B19-0F49-4B1B-8A38-00C4AF44C80B}" dt="2026-05-25T06:31:28.885" v="1798" actId="14100"/>
          <ac:spMkLst>
            <pc:docMk/>
            <pc:sldMk cId="0" sldId="293"/>
            <ac:spMk id="15" creationId="{00000000-0000-0000-0000-000000000000}"/>
          </ac:spMkLst>
        </pc:spChg>
        <pc:spChg chg="add mod">
          <ac:chgData name="Meagen Chong Rui Ru" userId="5a846f86-1671-4010-97d7-5dd57ed22bb3" providerId="ADAL" clId="{96030B19-0F49-4B1B-8A38-00C4AF44C80B}" dt="2026-05-25T06:34:49.070" v="2081" actId="14100"/>
          <ac:spMkLst>
            <pc:docMk/>
            <pc:sldMk cId="0" sldId="293"/>
            <ac:spMk id="24" creationId="{D79B2B2F-1A5B-6694-DF6C-13F168228299}"/>
          </ac:spMkLst>
        </pc:spChg>
        <pc:spChg chg="add mod">
          <ac:chgData name="Meagen Chong Rui Ru" userId="5a846f86-1671-4010-97d7-5dd57ed22bb3" providerId="ADAL" clId="{96030B19-0F49-4B1B-8A38-00C4AF44C80B}" dt="2026-05-25T06:34:49.070" v="2081" actId="14100"/>
          <ac:spMkLst>
            <pc:docMk/>
            <pc:sldMk cId="0" sldId="293"/>
            <ac:spMk id="25" creationId="{F57EF50D-865B-2858-9E1B-44F3568020EF}"/>
          </ac:spMkLst>
        </pc:spChg>
        <pc:spChg chg="add mod">
          <ac:chgData name="Meagen Chong Rui Ru" userId="5a846f86-1671-4010-97d7-5dd57ed22bb3" providerId="ADAL" clId="{96030B19-0F49-4B1B-8A38-00C4AF44C80B}" dt="2026-05-25T06:34:49.070" v="2081" actId="14100"/>
          <ac:spMkLst>
            <pc:docMk/>
            <pc:sldMk cId="0" sldId="293"/>
            <ac:spMk id="26" creationId="{A260AA53-91D1-A590-2D1D-AB0E5F2A7EBD}"/>
          </ac:spMkLst>
        </pc:spChg>
        <pc:spChg chg="add mod">
          <ac:chgData name="Meagen Chong Rui Ru" userId="5a846f86-1671-4010-97d7-5dd57ed22bb3" providerId="ADAL" clId="{96030B19-0F49-4B1B-8A38-00C4AF44C80B}" dt="2026-05-25T06:34:49.070" v="2081" actId="14100"/>
          <ac:spMkLst>
            <pc:docMk/>
            <pc:sldMk cId="0" sldId="293"/>
            <ac:spMk id="27" creationId="{91A7F982-AF4F-5F4E-C47E-1113EDC60643}"/>
          </ac:spMkLst>
        </pc:spChg>
        <pc:spChg chg="add mod">
          <ac:chgData name="Meagen Chong Rui Ru" userId="5a846f86-1671-4010-97d7-5dd57ed22bb3" providerId="ADAL" clId="{96030B19-0F49-4B1B-8A38-00C4AF44C80B}" dt="2026-05-25T06:35:04.841" v="2083" actId="1076"/>
          <ac:spMkLst>
            <pc:docMk/>
            <pc:sldMk cId="0" sldId="293"/>
            <ac:spMk id="28" creationId="{7517BA8E-0BE2-8743-CC93-C7326C4E5F96}"/>
          </ac:spMkLst>
        </pc:spChg>
        <pc:picChg chg="add mod">
          <ac:chgData name="Meagen Chong Rui Ru" userId="5a846f86-1671-4010-97d7-5dd57ed22bb3" providerId="ADAL" clId="{96030B19-0F49-4B1B-8A38-00C4AF44C80B}" dt="2026-05-25T06:35:26.976" v="2093" actId="1038"/>
          <ac:picMkLst>
            <pc:docMk/>
            <pc:sldMk cId="0" sldId="293"/>
            <ac:picMk id="29" creationId="{A028B00D-9D35-0FD6-1ABA-E3094C215F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93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52"/>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070F2">
              <a:alpha val="40000"/>
            </a:srgbClr>
          </a:solidFill>
          <a:ln w="12700">
            <a:solidFill>
              <a:srgbClr val="0070F2"/>
            </a:solidFill>
            <a:prstDash val="solid"/>
          </a:ln>
        </p:spPr>
        <p:txBody>
          <a:bodyPr/>
          <a:lstStyle/>
          <a:p>
            <a:endParaRPr lang="en-SG"/>
          </a:p>
        </p:txBody>
      </p:sp>
      <p:sp>
        <p:nvSpPr>
          <p:cNvPr id="3" name="Shape 1"/>
          <p:cNvSpPr/>
          <p:nvPr/>
        </p:nvSpPr>
        <p:spPr>
          <a:xfrm>
            <a:off x="7132320" y="-548640"/>
            <a:ext cx="2926080" cy="2926080"/>
          </a:xfrm>
          <a:prstGeom prst="ellipse">
            <a:avLst/>
          </a:prstGeom>
          <a:solidFill>
            <a:srgbClr val="F0A500">
              <a:alpha val="30000"/>
            </a:srgbClr>
          </a:solidFill>
          <a:ln w="12700">
            <a:solidFill>
              <a:srgbClr val="F0A500"/>
            </a:solidFill>
            <a:prstDash val="solid"/>
          </a:ln>
        </p:spPr>
        <p:txBody>
          <a:bodyPr/>
          <a:lstStyle/>
          <a:p>
            <a:endParaRPr lang="en-SG"/>
          </a:p>
        </p:txBody>
      </p:sp>
      <p:sp>
        <p:nvSpPr>
          <p:cNvPr id="4" name="Shape 2"/>
          <p:cNvSpPr/>
          <p:nvPr/>
        </p:nvSpPr>
        <p:spPr>
          <a:xfrm>
            <a:off x="0" y="4640580"/>
            <a:ext cx="9144000" cy="502920"/>
          </a:xfrm>
          <a:prstGeom prst="rect">
            <a:avLst/>
          </a:prstGeom>
          <a:solidFill>
            <a:srgbClr val="0070F2"/>
          </a:solidFill>
          <a:ln w="12700">
            <a:solidFill>
              <a:srgbClr val="0070F2"/>
            </a:solidFill>
            <a:prstDash val="solid"/>
          </a:ln>
        </p:spPr>
        <p:txBody>
          <a:bodyPr/>
          <a:lstStyle/>
          <a:p>
            <a:endParaRPr lang="en-SG"/>
          </a:p>
        </p:txBody>
      </p:sp>
      <p:sp>
        <p:nvSpPr>
          <p:cNvPr id="5" name="Shape 3"/>
          <p:cNvSpPr/>
          <p:nvPr/>
        </p:nvSpPr>
        <p:spPr>
          <a:xfrm>
            <a:off x="0" y="4640580"/>
            <a:ext cx="1097280" cy="502920"/>
          </a:xfrm>
          <a:prstGeom prst="rect">
            <a:avLst/>
          </a:prstGeom>
          <a:solidFill>
            <a:srgbClr val="F0A500"/>
          </a:solidFill>
          <a:ln w="12700">
            <a:solidFill>
              <a:srgbClr val="F0A500"/>
            </a:solidFill>
            <a:prstDash val="solid"/>
          </a:ln>
        </p:spPr>
        <p:txBody>
          <a:bodyPr/>
          <a:lstStyle/>
          <a:p>
            <a:endParaRPr lang="en-SG"/>
          </a:p>
        </p:txBody>
      </p:sp>
      <p:sp>
        <p:nvSpPr>
          <p:cNvPr id="6" name="Text 4"/>
          <p:cNvSpPr/>
          <p:nvPr/>
        </p:nvSpPr>
        <p:spPr>
          <a:xfrm>
            <a:off x="548640" y="914400"/>
            <a:ext cx="6400800" cy="777240"/>
          </a:xfrm>
          <a:prstGeom prst="rect">
            <a:avLst/>
          </a:prstGeom>
          <a:noFill/>
          <a:ln/>
        </p:spPr>
        <p:txBody>
          <a:bodyPr wrap="square" lIns="0" tIns="0" rIns="0" bIns="0" rtlCol="0" anchor="ctr"/>
          <a:lstStyle/>
          <a:p>
            <a:pPr marL="0" indent="0">
              <a:buNone/>
            </a:pPr>
            <a:r>
              <a:rPr lang="en-US" sz="4400" b="1" dirty="0">
                <a:solidFill>
                  <a:srgbClr val="FFFFFF"/>
                </a:solidFill>
              </a:rPr>
              <a:t>SAP AI Tools</a:t>
            </a:r>
            <a:endParaRPr lang="en-US" sz="4400" dirty="0"/>
          </a:p>
        </p:txBody>
      </p:sp>
      <p:sp>
        <p:nvSpPr>
          <p:cNvPr id="7" name="Text 5"/>
          <p:cNvSpPr/>
          <p:nvPr/>
        </p:nvSpPr>
        <p:spPr>
          <a:xfrm>
            <a:off x="548640" y="1691640"/>
            <a:ext cx="6400800" cy="502920"/>
          </a:xfrm>
          <a:prstGeom prst="rect">
            <a:avLst/>
          </a:prstGeom>
          <a:noFill/>
          <a:ln/>
        </p:spPr>
        <p:txBody>
          <a:bodyPr wrap="square" lIns="0" tIns="0" rIns="0" bIns="0" rtlCol="0" anchor="ctr"/>
          <a:lstStyle/>
          <a:p>
            <a:pPr marL="0" indent="0">
              <a:buNone/>
            </a:pPr>
            <a:r>
              <a:rPr lang="en-US" sz="2600" dirty="0">
                <a:solidFill>
                  <a:srgbClr val="F0A500"/>
                </a:solidFill>
              </a:rPr>
              <a:t>Summary of AI-</a:t>
            </a:r>
            <a:r>
              <a:rPr lang="en-US" sz="2600" dirty="0" err="1">
                <a:solidFill>
                  <a:srgbClr val="F0A500"/>
                </a:solidFill>
              </a:rPr>
              <a:t>Gentic</a:t>
            </a:r>
            <a:r>
              <a:rPr lang="en-US" sz="2600" dirty="0">
                <a:solidFill>
                  <a:srgbClr val="F0A500"/>
                </a:solidFill>
              </a:rPr>
              <a:t> Workshop Hands-On</a:t>
            </a:r>
            <a:endParaRPr lang="en-US" sz="2600" dirty="0"/>
          </a:p>
        </p:txBody>
      </p:sp>
      <p:sp>
        <p:nvSpPr>
          <p:cNvPr id="8" name="Shape 6"/>
          <p:cNvSpPr/>
          <p:nvPr/>
        </p:nvSpPr>
        <p:spPr>
          <a:xfrm>
            <a:off x="548640" y="2331720"/>
            <a:ext cx="3200400" cy="45720"/>
          </a:xfrm>
          <a:prstGeom prst="rect">
            <a:avLst/>
          </a:prstGeom>
          <a:solidFill>
            <a:srgbClr val="D6DDE8"/>
          </a:solidFill>
          <a:ln w="12700">
            <a:solidFill>
              <a:srgbClr val="D6DDE8"/>
            </a:solidFill>
            <a:prstDash val="solid"/>
          </a:ln>
        </p:spPr>
        <p:txBody>
          <a:bodyPr/>
          <a:lstStyle/>
          <a:p>
            <a:endParaRPr lang="en-SG"/>
          </a:p>
        </p:txBody>
      </p:sp>
      <p:sp>
        <p:nvSpPr>
          <p:cNvPr id="9" name="Text 7"/>
          <p:cNvSpPr/>
          <p:nvPr/>
        </p:nvSpPr>
        <p:spPr>
          <a:xfrm>
            <a:off x="548640" y="2487168"/>
            <a:ext cx="6858000" cy="822960"/>
          </a:xfrm>
          <a:prstGeom prst="rect">
            <a:avLst/>
          </a:prstGeom>
          <a:noFill/>
          <a:ln/>
        </p:spPr>
        <p:txBody>
          <a:bodyPr wrap="square" lIns="0" tIns="0" rIns="0" bIns="0" rtlCol="0" anchor="ctr"/>
          <a:lstStyle/>
          <a:p>
            <a:pPr marL="0" indent="0">
              <a:buNone/>
            </a:pPr>
            <a:r>
              <a:rPr lang="en-US" sz="1400" dirty="0">
                <a:solidFill>
                  <a:srgbClr val="AABBDD"/>
                </a:solidFill>
              </a:rPr>
              <a:t>Step-by-step instructions</a:t>
            </a:r>
            <a:endParaRPr lang="en-US" sz="1400" dirty="0"/>
          </a:p>
          <a:p>
            <a:pPr marL="0" indent="0">
              <a:buNone/>
            </a:pPr>
            <a:r>
              <a:rPr lang="en-US" sz="1400" dirty="0">
                <a:solidFill>
                  <a:srgbClr val="AABBDD"/>
                </a:solidFill>
              </a:rPr>
              <a:t>Joule Studio  ·  Document AI  ·  AI Launchpad</a:t>
            </a:r>
            <a:endParaRPr lang="en-US" sz="1400" dirty="0"/>
          </a:p>
        </p:txBody>
      </p:sp>
      <p:sp>
        <p:nvSpPr>
          <p:cNvPr id="10" name="Shape 8"/>
          <p:cNvSpPr/>
          <p:nvPr/>
        </p:nvSpPr>
        <p:spPr>
          <a:xfrm>
            <a:off x="548640" y="4668012"/>
            <a:ext cx="2651760" cy="384048"/>
          </a:xfrm>
          <a:prstGeom prst="roundRect">
            <a:avLst>
              <a:gd name="adj" fmla="val 14286"/>
            </a:avLst>
          </a:prstGeom>
          <a:solidFill>
            <a:srgbClr val="0070F2"/>
          </a:solidFill>
          <a:ln w="12700">
            <a:solidFill>
              <a:srgbClr val="0070F2"/>
            </a:solidFill>
            <a:prstDash val="solid"/>
          </a:ln>
        </p:spPr>
        <p:txBody>
          <a:bodyPr/>
          <a:lstStyle/>
          <a:p>
            <a:endParaRPr lang="en-SG"/>
          </a:p>
        </p:txBody>
      </p:sp>
      <p:sp>
        <p:nvSpPr>
          <p:cNvPr id="11" name="Text 9"/>
          <p:cNvSpPr/>
          <p:nvPr/>
        </p:nvSpPr>
        <p:spPr>
          <a:xfrm>
            <a:off x="548640" y="46680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rPr>
              <a:t>Joule Studio</a:t>
            </a:r>
            <a:endParaRPr lang="en-US" sz="1200" dirty="0"/>
          </a:p>
        </p:txBody>
      </p:sp>
      <p:sp>
        <p:nvSpPr>
          <p:cNvPr id="12" name="Shape 10"/>
          <p:cNvSpPr/>
          <p:nvPr/>
        </p:nvSpPr>
        <p:spPr>
          <a:xfrm>
            <a:off x="3429000" y="4668012"/>
            <a:ext cx="2651760" cy="384048"/>
          </a:xfrm>
          <a:prstGeom prst="roundRect">
            <a:avLst>
              <a:gd name="adj" fmla="val 14286"/>
            </a:avLst>
          </a:prstGeom>
          <a:solidFill>
            <a:srgbClr val="107E3E"/>
          </a:solidFill>
          <a:ln w="12700">
            <a:solidFill>
              <a:srgbClr val="107E3E"/>
            </a:solidFill>
            <a:prstDash val="solid"/>
          </a:ln>
        </p:spPr>
        <p:txBody>
          <a:bodyPr/>
          <a:lstStyle/>
          <a:p>
            <a:endParaRPr lang="en-SG"/>
          </a:p>
        </p:txBody>
      </p:sp>
      <p:sp>
        <p:nvSpPr>
          <p:cNvPr id="13" name="Text 11"/>
          <p:cNvSpPr/>
          <p:nvPr/>
        </p:nvSpPr>
        <p:spPr>
          <a:xfrm>
            <a:off x="3429000" y="46680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rPr>
              <a:t>Document AI</a:t>
            </a:r>
            <a:endParaRPr lang="en-US" sz="1200" dirty="0"/>
          </a:p>
        </p:txBody>
      </p:sp>
      <p:sp>
        <p:nvSpPr>
          <p:cNvPr id="14" name="Shape 12"/>
          <p:cNvSpPr/>
          <p:nvPr/>
        </p:nvSpPr>
        <p:spPr>
          <a:xfrm>
            <a:off x="6309360" y="4668012"/>
            <a:ext cx="2651760" cy="384048"/>
          </a:xfrm>
          <a:prstGeom prst="roundRect">
            <a:avLst>
              <a:gd name="adj" fmla="val 14286"/>
            </a:avLst>
          </a:prstGeom>
          <a:solidFill>
            <a:srgbClr val="1344A0"/>
          </a:solidFill>
          <a:ln w="12700">
            <a:solidFill>
              <a:srgbClr val="1344A0"/>
            </a:solidFill>
            <a:prstDash val="solid"/>
          </a:ln>
        </p:spPr>
        <p:txBody>
          <a:bodyPr/>
          <a:lstStyle/>
          <a:p>
            <a:endParaRPr lang="en-SG"/>
          </a:p>
        </p:txBody>
      </p:sp>
      <p:sp>
        <p:nvSpPr>
          <p:cNvPr id="15" name="Text 13"/>
          <p:cNvSpPr/>
          <p:nvPr/>
        </p:nvSpPr>
        <p:spPr>
          <a:xfrm>
            <a:off x="6309360" y="46680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rPr>
              <a:t>AI Launchpad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70F2"/>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FFFFFF">
              <a:alpha val="15000"/>
            </a:srgbClr>
          </a:solidFill>
          <a:ln w="12700">
            <a:solidFill>
              <a:srgbClr val="FFFFFF"/>
            </a:solidFill>
            <a:prstDash val="solid"/>
          </a:ln>
        </p:spPr>
        <p:txBody>
          <a:bodyPr/>
          <a:lstStyle/>
          <a:p>
            <a:endParaRPr lang="en-SG"/>
          </a:p>
        </p:txBody>
      </p:sp>
      <p:sp>
        <p:nvSpPr>
          <p:cNvPr id="3" name="Shape 1"/>
          <p:cNvSpPr/>
          <p:nvPr/>
        </p:nvSpPr>
        <p:spPr>
          <a:xfrm>
            <a:off x="7498080" y="3200400"/>
            <a:ext cx="2286000" cy="2286000"/>
          </a:xfrm>
          <a:prstGeom prst="ellipse">
            <a:avLst/>
          </a:prstGeom>
          <a:solidFill>
            <a:srgbClr val="FFFFFF">
              <a:alpha val="12000"/>
            </a:srgbClr>
          </a:solidFill>
          <a:ln w="12700">
            <a:solidFill>
              <a:srgbClr val="FFFFFF"/>
            </a:solidFill>
            <a:prstDash val="solid"/>
          </a:ln>
        </p:spPr>
        <p:txBody>
          <a:bodyPr/>
          <a:lstStyle/>
          <a:p>
            <a:endParaRPr lang="en-SG"/>
          </a:p>
        </p:txBody>
      </p:sp>
      <p:sp>
        <p:nvSpPr>
          <p:cNvPr id="4" name="Text 2"/>
          <p:cNvSpPr/>
          <p:nvPr/>
        </p:nvSpPr>
        <p:spPr>
          <a:xfrm>
            <a:off x="640080" y="1005840"/>
            <a:ext cx="6583680" cy="914400"/>
          </a:xfrm>
          <a:prstGeom prst="rect">
            <a:avLst/>
          </a:prstGeom>
          <a:noFill/>
          <a:ln/>
        </p:spPr>
        <p:txBody>
          <a:bodyPr wrap="square" lIns="0" tIns="0" rIns="0" bIns="0" rtlCol="0" anchor="ctr"/>
          <a:lstStyle/>
          <a:p>
            <a:pPr marL="0" indent="0">
              <a:buNone/>
            </a:pPr>
            <a:r>
              <a:rPr lang="en-US" sz="4000" b="1" dirty="0">
                <a:solidFill>
                  <a:srgbClr val="FFFFFF"/>
                </a:solidFill>
              </a:rPr>
              <a:t>SAP Joule Studio</a:t>
            </a:r>
            <a:endParaRPr lang="en-US" sz="4000" dirty="0"/>
          </a:p>
        </p:txBody>
      </p:sp>
      <p:sp>
        <p:nvSpPr>
          <p:cNvPr id="5" name="Text 3"/>
          <p:cNvSpPr/>
          <p:nvPr/>
        </p:nvSpPr>
        <p:spPr>
          <a:xfrm>
            <a:off x="640080" y="1993392"/>
            <a:ext cx="6400800" cy="457200"/>
          </a:xfrm>
          <a:prstGeom prst="rect">
            <a:avLst/>
          </a:prstGeom>
          <a:noFill/>
          <a:ln/>
        </p:spPr>
        <p:txBody>
          <a:bodyPr wrap="square" lIns="0" tIns="0" rIns="0" bIns="0" rtlCol="0" anchor="ctr"/>
          <a:lstStyle/>
          <a:p>
            <a:pPr marL="0" indent="0">
              <a:buNone/>
            </a:pPr>
            <a:r>
              <a:rPr lang="en-US" sz="1800" dirty="0">
                <a:solidFill>
                  <a:srgbClr val="FFFFFF"/>
                </a:solidFill>
              </a:rPr>
              <a:t>Hands-On Workshop</a:t>
            </a:r>
            <a:endParaRPr lang="en-US" sz="1800" dirty="0"/>
          </a:p>
        </p:txBody>
      </p:sp>
      <p:sp>
        <p:nvSpPr>
          <p:cNvPr id="6" name="Shape 4"/>
          <p:cNvSpPr/>
          <p:nvPr/>
        </p:nvSpPr>
        <p:spPr>
          <a:xfrm>
            <a:off x="640080" y="2560320"/>
            <a:ext cx="2560320" cy="45720"/>
          </a:xfrm>
          <a:prstGeom prst="rect">
            <a:avLst/>
          </a:prstGeom>
          <a:solidFill>
            <a:srgbClr val="F0A500"/>
          </a:solidFill>
          <a:ln w="12700">
            <a:solidFill>
              <a:srgbClr val="F0A500"/>
            </a:solidFill>
            <a:prstDash val="solid"/>
          </a:ln>
        </p:spPr>
        <p:txBody>
          <a:bodyPr/>
          <a:lstStyle/>
          <a:p>
            <a:endParaRPr lang="en-SG"/>
          </a:p>
        </p:txBody>
      </p:sp>
      <p:sp>
        <p:nvSpPr>
          <p:cNvPr id="7" name="Text 5"/>
          <p:cNvSpPr/>
          <p:nvPr/>
        </p:nvSpPr>
        <p:spPr>
          <a:xfrm>
            <a:off x="640080" y="2697480"/>
            <a:ext cx="4572000" cy="365760"/>
          </a:xfrm>
          <a:prstGeom prst="rect">
            <a:avLst/>
          </a:prstGeom>
          <a:noFill/>
          <a:ln/>
        </p:spPr>
        <p:txBody>
          <a:bodyPr wrap="square" lIns="0" tIns="0" rIns="0" bIns="0" rtlCol="0" anchor="ctr"/>
          <a:lstStyle/>
          <a:p>
            <a:pPr marL="0" indent="0">
              <a:buNone/>
            </a:pPr>
            <a:r>
              <a:rPr lang="en-US" sz="1300" b="1" dirty="0">
                <a:solidFill>
                  <a:srgbClr val="F0A500"/>
                </a:solidFill>
              </a:rPr>
              <a:t>20 hands-on steps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New Project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384048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0" name="Shape 8"/>
          <p:cNvSpPr/>
          <p:nvPr/>
        </p:nvSpPr>
        <p:spPr>
          <a:xfrm>
            <a:off x="365760" y="960120"/>
            <a:ext cx="54864" cy="914400"/>
          </a:xfrm>
          <a:prstGeom prst="rect">
            <a:avLst/>
          </a:prstGeom>
          <a:solidFill>
            <a:srgbClr val="0070F2"/>
          </a:solidFill>
          <a:ln w="12700">
            <a:solidFill>
              <a:srgbClr val="0070F2"/>
            </a:solidFill>
            <a:prstDash val="solid"/>
          </a:ln>
        </p:spPr>
        <p:txBody>
          <a:bodyPr/>
          <a:lstStyle/>
          <a:p>
            <a:endParaRPr lang="en-SG"/>
          </a:p>
        </p:txBody>
      </p:sp>
      <p:sp>
        <p:nvSpPr>
          <p:cNvPr id="11" name="Text 9"/>
          <p:cNvSpPr/>
          <p:nvPr/>
        </p:nvSpPr>
        <p:spPr>
          <a:xfrm>
            <a:off x="512064" y="1069848"/>
            <a:ext cx="360273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2" name="Text 10"/>
          <p:cNvSpPr/>
          <p:nvPr/>
        </p:nvSpPr>
        <p:spPr>
          <a:xfrm>
            <a:off x="512064" y="1380744"/>
            <a:ext cx="3602736" cy="384048"/>
          </a:xfrm>
          <a:prstGeom prst="rect">
            <a:avLst/>
          </a:prstGeom>
          <a:noFill/>
          <a:ln/>
        </p:spPr>
        <p:txBody>
          <a:bodyPr wrap="square" lIns="0" tIns="0" rIns="0" bIns="0" rtlCol="0" anchor="t"/>
          <a:lstStyle/>
          <a:p>
            <a:pPr marL="0" indent="0">
              <a:buNone/>
            </a:pPr>
            <a:r>
              <a:rPr lang="en-US" sz="1100" dirty="0">
                <a:solidFill>
                  <a:srgbClr val="071A52"/>
                </a:solidFill>
              </a:rPr>
              <a:t>Navigate to SAP Joule Studio and click on</a:t>
            </a:r>
            <a:endParaRPr lang="en-US" sz="1100" dirty="0"/>
          </a:p>
          <a:p>
            <a:pPr marL="0" indent="0">
              <a:buNone/>
            </a:pPr>
            <a:r>
              <a:rPr lang="en-US" sz="1100" dirty="0">
                <a:solidFill>
                  <a:srgbClr val="071A52"/>
                </a:solidFill>
              </a:rPr>
              <a:t>+ New Project to begin creating your project.</a:t>
            </a:r>
            <a:endParaRPr lang="en-US" sz="1100" dirty="0"/>
          </a:p>
        </p:txBody>
      </p:sp>
      <p:sp>
        <p:nvSpPr>
          <p:cNvPr id="13" name="Shape 11"/>
          <p:cNvSpPr/>
          <p:nvPr/>
        </p:nvSpPr>
        <p:spPr>
          <a:xfrm>
            <a:off x="44805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4" name="Text 12"/>
          <p:cNvSpPr/>
          <p:nvPr/>
        </p:nvSpPr>
        <p:spPr>
          <a:xfrm>
            <a:off x="44805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New Project button ]</a:t>
            </a:r>
            <a:endParaRPr lang="en-US" sz="1300" dirty="0"/>
          </a:p>
        </p:txBody>
      </p:sp>
      <p:sp>
        <p:nvSpPr>
          <p:cNvPr id="15" name="Shape 13"/>
          <p:cNvSpPr/>
          <p:nvPr/>
        </p:nvSpPr>
        <p:spPr>
          <a:xfrm>
            <a:off x="365760" y="2011680"/>
            <a:ext cx="3840480" cy="246888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365760" y="2011680"/>
            <a:ext cx="54864" cy="246888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2064" y="2121408"/>
            <a:ext cx="3602736" cy="292608"/>
          </a:xfrm>
          <a:prstGeom prst="rect">
            <a:avLst/>
          </a:prstGeom>
          <a:noFill/>
          <a:ln/>
        </p:spPr>
        <p:txBody>
          <a:bodyPr wrap="square" lIns="0" tIns="0" rIns="0" bIns="0" rtlCol="0" anchor="ctr"/>
          <a:lstStyle/>
          <a:p>
            <a:pPr marL="0" indent="0">
              <a:buNone/>
            </a:pPr>
            <a:r>
              <a:rPr lang="en-US" sz="1200" b="1" dirty="0">
                <a:solidFill>
                  <a:srgbClr val="1344A0"/>
                </a:solidFill>
              </a:rPr>
              <a:t>What to expect</a:t>
            </a:r>
            <a:endParaRPr lang="en-US" sz="1200" dirty="0"/>
          </a:p>
        </p:txBody>
      </p:sp>
      <p:sp>
        <p:nvSpPr>
          <p:cNvPr id="18" name="Text 16"/>
          <p:cNvSpPr/>
          <p:nvPr/>
        </p:nvSpPr>
        <p:spPr>
          <a:xfrm>
            <a:off x="512064" y="2432304"/>
            <a:ext cx="3602736" cy="1938528"/>
          </a:xfrm>
          <a:prstGeom prst="rect">
            <a:avLst/>
          </a:prstGeom>
          <a:noFill/>
          <a:ln/>
        </p:spPr>
        <p:txBody>
          <a:bodyPr wrap="square" lIns="0" tIns="0" rIns="0" bIns="0" rtlCol="0" anchor="t"/>
          <a:lstStyle/>
          <a:p>
            <a:pPr marL="0" indent="0">
              <a:buNone/>
            </a:pPr>
            <a:r>
              <a:rPr lang="en-US" sz="1100" dirty="0">
                <a:solidFill>
                  <a:srgbClr val="071A52"/>
                </a:solidFill>
              </a:rPr>
              <a:t>You will be directed to a project creation</a:t>
            </a:r>
            <a:endParaRPr lang="en-US" sz="1100" dirty="0"/>
          </a:p>
          <a:p>
            <a:pPr marL="0" indent="0">
              <a:buNone/>
            </a:pPr>
            <a:r>
              <a:rPr lang="en-US" sz="1100" dirty="0">
                <a:solidFill>
                  <a:srgbClr val="071A52"/>
                </a:solidFill>
              </a:rPr>
              <a:t>wizard. This is your starting point for building</a:t>
            </a:r>
            <a:endParaRPr lang="en-US" sz="1100" dirty="0"/>
          </a:p>
          <a:p>
            <a:pPr marL="0" indent="0">
              <a:buNone/>
            </a:pPr>
            <a:r>
              <a:rPr lang="en-US" sz="1100" dirty="0">
                <a:solidFill>
                  <a:srgbClr val="071A52"/>
                </a:solidFill>
              </a:rPr>
              <a:t>Joule-powered AI skills and agents.</a:t>
            </a:r>
            <a:endParaRPr lang="en-US" sz="1100" dirty="0"/>
          </a:p>
          <a:p>
            <a:pPr marL="0" indent="0">
              <a:buNone/>
            </a:pPr>
            <a:endParaRPr lang="en-US" sz="1100" dirty="0"/>
          </a:p>
          <a:p>
            <a:pPr marL="0" indent="0">
              <a:buNone/>
            </a:pPr>
            <a:r>
              <a:rPr lang="en-US" sz="1100" dirty="0">
                <a:solidFill>
                  <a:srgbClr val="071A52"/>
                </a:solidFill>
              </a:rPr>
              <a:t>Ensure you have the correct SAP BTP</a:t>
            </a:r>
            <a:endParaRPr lang="en-US" sz="1100" dirty="0"/>
          </a:p>
          <a:p>
            <a:pPr marL="0" indent="0">
              <a:buNone/>
            </a:pPr>
            <a:r>
              <a:rPr lang="en-US" sz="1100" dirty="0">
                <a:solidFill>
                  <a:srgbClr val="071A52"/>
                </a:solidFill>
              </a:rPr>
              <a:t>subaccount and permissions.</a:t>
            </a:r>
            <a:endParaRPr lang="en-US" sz="1100" dirty="0"/>
          </a:p>
        </p:txBody>
      </p:sp>
      <p:pic>
        <p:nvPicPr>
          <p:cNvPr id="20" name="Picture 19">
            <a:extLst>
              <a:ext uri="{FF2B5EF4-FFF2-40B4-BE49-F238E27FC236}">
                <a16:creationId xmlns:a16="http://schemas.microsoft.com/office/drawing/2014/main" id="{9B5D817D-548A-B20E-F642-F26073244FF7}"/>
              </a:ext>
            </a:extLst>
          </p:cNvPr>
          <p:cNvPicPr>
            <a:picLocks noChangeAspect="1"/>
          </p:cNvPicPr>
          <p:nvPr/>
        </p:nvPicPr>
        <p:blipFill>
          <a:blip r:embed="rId3"/>
          <a:stretch>
            <a:fillRect/>
          </a:stretch>
        </p:blipFill>
        <p:spPr>
          <a:xfrm>
            <a:off x="4526280" y="1794320"/>
            <a:ext cx="4297680" cy="18520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Enter Project Name And Description</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2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Project name &amp; description form ]</a:t>
            </a:r>
            <a:endParaRPr lang="en-US" sz="1300" dirty="0"/>
          </a:p>
        </p:txBody>
      </p:sp>
      <p:sp>
        <p:nvSpPr>
          <p:cNvPr id="11" name="Shape 9"/>
          <p:cNvSpPr/>
          <p:nvPr/>
        </p:nvSpPr>
        <p:spPr>
          <a:xfrm>
            <a:off x="5029200" y="960120"/>
            <a:ext cx="3749040" cy="161163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161163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Fill in Details</a:t>
            </a:r>
            <a:endParaRPr lang="en-US" sz="1200" dirty="0"/>
          </a:p>
        </p:txBody>
      </p:sp>
      <p:sp>
        <p:nvSpPr>
          <p:cNvPr id="14" name="Text 12"/>
          <p:cNvSpPr/>
          <p:nvPr/>
        </p:nvSpPr>
        <p:spPr>
          <a:xfrm>
            <a:off x="5175504" y="1380744"/>
            <a:ext cx="3511296" cy="841248"/>
          </a:xfrm>
          <a:prstGeom prst="rect">
            <a:avLst/>
          </a:prstGeom>
          <a:noFill/>
          <a:ln/>
        </p:spPr>
        <p:txBody>
          <a:bodyPr wrap="square" lIns="0" tIns="0" rIns="0" bIns="0" rtlCol="0" anchor="t"/>
          <a:lstStyle/>
          <a:p>
            <a:pPr marL="0" indent="0">
              <a:buNone/>
            </a:pPr>
            <a:r>
              <a:rPr lang="en-US" sz="1100" dirty="0">
                <a:solidFill>
                  <a:srgbClr val="071A52"/>
                </a:solidFill>
              </a:rPr>
              <a:t>Enter a meaningful project name and a brief description that explains the purpose of your Joule project.</a:t>
            </a:r>
          </a:p>
          <a:p>
            <a:pPr marL="0" indent="0">
              <a:buNone/>
            </a:pPr>
            <a:r>
              <a:rPr lang="en-US" sz="1100" dirty="0">
                <a:solidFill>
                  <a:srgbClr val="071A52"/>
                </a:solidFill>
              </a:rPr>
              <a:t>Name: Vendor Management Agent Name</a:t>
            </a:r>
          </a:p>
          <a:p>
            <a:pPr marL="0" indent="0">
              <a:buNone/>
            </a:pPr>
            <a:r>
              <a:rPr lang="en-US" sz="1100" dirty="0">
                <a:solidFill>
                  <a:srgbClr val="071A52"/>
                </a:solidFill>
              </a:rPr>
              <a:t>Description: An agent to create and manage vendors in SAP, allowing users to find vendors by Business Partner, view all vendors, and create new vendors</a:t>
            </a:r>
            <a:endParaRPr lang="en-US" sz="1100" dirty="0"/>
          </a:p>
        </p:txBody>
      </p:sp>
      <p:sp>
        <p:nvSpPr>
          <p:cNvPr id="15" name="Shape 13"/>
          <p:cNvSpPr/>
          <p:nvPr/>
        </p:nvSpPr>
        <p:spPr>
          <a:xfrm>
            <a:off x="5029200" y="2738628"/>
            <a:ext cx="3749040" cy="1741932"/>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2738628"/>
            <a:ext cx="54864" cy="1741932"/>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851742"/>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Tips</a:t>
            </a:r>
            <a:endParaRPr lang="en-US" sz="1200" dirty="0"/>
          </a:p>
        </p:txBody>
      </p:sp>
      <p:sp>
        <p:nvSpPr>
          <p:cNvPr id="18" name="Text 16"/>
          <p:cNvSpPr/>
          <p:nvPr/>
        </p:nvSpPr>
        <p:spPr>
          <a:xfrm>
            <a:off x="5175504" y="3162638"/>
            <a:ext cx="3511296" cy="1481328"/>
          </a:xfrm>
          <a:prstGeom prst="rect">
            <a:avLst/>
          </a:prstGeom>
          <a:noFill/>
          <a:ln/>
        </p:spPr>
        <p:txBody>
          <a:bodyPr wrap="square" lIns="0" tIns="0" rIns="0" bIns="0" rtlCol="0" anchor="t"/>
          <a:lstStyle/>
          <a:p>
            <a:pPr marL="0" indent="0">
              <a:buNone/>
            </a:pPr>
            <a:r>
              <a:rPr lang="en-US" sz="1100" dirty="0">
                <a:solidFill>
                  <a:srgbClr val="071A52"/>
                </a:solidFill>
              </a:rPr>
              <a:t>• Use a clear, descriptive name</a:t>
            </a:r>
            <a:endParaRPr lang="en-US" sz="1100" dirty="0"/>
          </a:p>
          <a:p>
            <a:pPr marL="0" indent="0">
              <a:buNone/>
            </a:pPr>
            <a:r>
              <a:rPr lang="en-US" sz="1100" dirty="0">
                <a:solidFill>
                  <a:srgbClr val="071A52"/>
                </a:solidFill>
              </a:rPr>
              <a:t>• Description helps collaborators understand scope</a:t>
            </a:r>
            <a:endParaRPr lang="en-US" sz="1100" dirty="0"/>
          </a:p>
          <a:p>
            <a:pPr marL="0" indent="0">
              <a:buNone/>
            </a:pPr>
            <a:r>
              <a:rPr lang="en-US" sz="1100" dirty="0">
                <a:solidFill>
                  <a:srgbClr val="071A52"/>
                </a:solidFill>
              </a:rPr>
              <a:t>• Keep names consistent with naming conventions</a:t>
            </a:r>
            <a:endParaRPr lang="en-US" sz="1100" dirty="0"/>
          </a:p>
        </p:txBody>
      </p:sp>
      <p:pic>
        <p:nvPicPr>
          <p:cNvPr id="20" name="Picture 19">
            <a:extLst>
              <a:ext uri="{FF2B5EF4-FFF2-40B4-BE49-F238E27FC236}">
                <a16:creationId xmlns:a16="http://schemas.microsoft.com/office/drawing/2014/main" id="{35B9F04C-9851-2409-422B-4E3E614E1E03}"/>
              </a:ext>
            </a:extLst>
          </p:cNvPr>
          <p:cNvPicPr>
            <a:picLocks noChangeAspect="1"/>
          </p:cNvPicPr>
          <p:nvPr/>
        </p:nvPicPr>
        <p:blipFill>
          <a:blip r:embed="rId3"/>
          <a:stretch>
            <a:fillRect/>
          </a:stretch>
        </p:blipFill>
        <p:spPr>
          <a:xfrm>
            <a:off x="365760" y="1698521"/>
            <a:ext cx="4389120" cy="20436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Review and Create Project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3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3840480" cy="13716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0" name="Shape 8"/>
          <p:cNvSpPr/>
          <p:nvPr/>
        </p:nvSpPr>
        <p:spPr>
          <a:xfrm>
            <a:off x="365760" y="960120"/>
            <a:ext cx="54864" cy="1371600"/>
          </a:xfrm>
          <a:prstGeom prst="rect">
            <a:avLst/>
          </a:prstGeom>
          <a:solidFill>
            <a:srgbClr val="0070F2"/>
          </a:solidFill>
          <a:ln w="12700">
            <a:solidFill>
              <a:srgbClr val="0070F2"/>
            </a:solidFill>
            <a:prstDash val="solid"/>
          </a:ln>
        </p:spPr>
        <p:txBody>
          <a:bodyPr/>
          <a:lstStyle/>
          <a:p>
            <a:endParaRPr lang="en-SG"/>
          </a:p>
        </p:txBody>
      </p:sp>
      <p:sp>
        <p:nvSpPr>
          <p:cNvPr id="11" name="Text 9"/>
          <p:cNvSpPr/>
          <p:nvPr/>
        </p:nvSpPr>
        <p:spPr>
          <a:xfrm>
            <a:off x="512064" y="1069848"/>
            <a:ext cx="3602736" cy="292608"/>
          </a:xfrm>
          <a:prstGeom prst="rect">
            <a:avLst/>
          </a:prstGeom>
          <a:noFill/>
          <a:ln/>
        </p:spPr>
        <p:txBody>
          <a:bodyPr wrap="square" lIns="0" tIns="0" rIns="0" bIns="0" rtlCol="0" anchor="ctr"/>
          <a:lstStyle/>
          <a:p>
            <a:pPr marL="0" indent="0">
              <a:buNone/>
            </a:pPr>
            <a:r>
              <a:rPr lang="en-US" sz="1200" b="1" dirty="0">
                <a:solidFill>
                  <a:srgbClr val="0070F2"/>
                </a:solidFill>
              </a:rPr>
              <a:t>Review</a:t>
            </a:r>
            <a:endParaRPr lang="en-US" sz="1200" dirty="0"/>
          </a:p>
        </p:txBody>
      </p:sp>
      <p:sp>
        <p:nvSpPr>
          <p:cNvPr id="12" name="Text 10"/>
          <p:cNvSpPr/>
          <p:nvPr/>
        </p:nvSpPr>
        <p:spPr>
          <a:xfrm>
            <a:off x="512064" y="1380744"/>
            <a:ext cx="3602736" cy="841248"/>
          </a:xfrm>
          <a:prstGeom prst="rect">
            <a:avLst/>
          </a:prstGeom>
          <a:noFill/>
          <a:ln/>
        </p:spPr>
        <p:txBody>
          <a:bodyPr wrap="square" lIns="0" tIns="0" rIns="0" bIns="0" rtlCol="0" anchor="t"/>
          <a:lstStyle/>
          <a:p>
            <a:pPr marL="0" indent="0">
              <a:buNone/>
            </a:pPr>
            <a:r>
              <a:rPr lang="en-US" sz="1100" dirty="0">
                <a:solidFill>
                  <a:srgbClr val="071A52"/>
                </a:solidFill>
              </a:rPr>
              <a:t>Verify all the details you have entered.</a:t>
            </a:r>
            <a:endParaRPr lang="en-US" sz="1100" dirty="0"/>
          </a:p>
          <a:p>
            <a:pPr marL="0" indent="0">
              <a:buNone/>
            </a:pPr>
            <a:r>
              <a:rPr lang="en-US" sz="1100" dirty="0">
                <a:solidFill>
                  <a:srgbClr val="071A52"/>
                </a:solidFill>
              </a:rPr>
              <a:t>Once confirmed, click Create to complete</a:t>
            </a:r>
            <a:endParaRPr lang="en-US" sz="1100" dirty="0"/>
          </a:p>
          <a:p>
            <a:pPr marL="0" indent="0">
              <a:buNone/>
            </a:pPr>
            <a:r>
              <a:rPr lang="en-US" sz="1100" dirty="0">
                <a:solidFill>
                  <a:srgbClr val="071A52"/>
                </a:solidFill>
              </a:rPr>
              <a:t>the project setup.</a:t>
            </a:r>
            <a:endParaRPr lang="en-US" sz="1100" dirty="0"/>
          </a:p>
        </p:txBody>
      </p:sp>
      <p:sp>
        <p:nvSpPr>
          <p:cNvPr id="13" name="Shape 11"/>
          <p:cNvSpPr/>
          <p:nvPr/>
        </p:nvSpPr>
        <p:spPr>
          <a:xfrm>
            <a:off x="44805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4" name="Text 12"/>
          <p:cNvSpPr/>
          <p:nvPr/>
        </p:nvSpPr>
        <p:spPr>
          <a:xfrm>
            <a:off x="44805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Review screen ]</a:t>
            </a:r>
            <a:endParaRPr lang="en-US" sz="1300" dirty="0"/>
          </a:p>
        </p:txBody>
      </p:sp>
      <p:sp>
        <p:nvSpPr>
          <p:cNvPr id="15" name="Shape 13"/>
          <p:cNvSpPr/>
          <p:nvPr/>
        </p:nvSpPr>
        <p:spPr>
          <a:xfrm>
            <a:off x="365760" y="2468880"/>
            <a:ext cx="3840480" cy="201168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365760" y="2468880"/>
            <a:ext cx="54864" cy="2011680"/>
          </a:xfrm>
          <a:prstGeom prst="rect">
            <a:avLst/>
          </a:prstGeom>
          <a:solidFill>
            <a:srgbClr val="107E3E"/>
          </a:solidFill>
          <a:ln w="12700">
            <a:solidFill>
              <a:srgbClr val="107E3E"/>
            </a:solidFill>
            <a:prstDash val="solid"/>
          </a:ln>
        </p:spPr>
        <p:txBody>
          <a:bodyPr/>
          <a:lstStyle/>
          <a:p>
            <a:endParaRPr lang="en-SG"/>
          </a:p>
        </p:txBody>
      </p:sp>
      <p:sp>
        <p:nvSpPr>
          <p:cNvPr id="17" name="Text 15"/>
          <p:cNvSpPr/>
          <p:nvPr/>
        </p:nvSpPr>
        <p:spPr>
          <a:xfrm>
            <a:off x="512064" y="2578608"/>
            <a:ext cx="3602736" cy="292608"/>
          </a:xfrm>
          <a:prstGeom prst="rect">
            <a:avLst/>
          </a:prstGeom>
          <a:noFill/>
          <a:ln/>
        </p:spPr>
        <p:txBody>
          <a:bodyPr wrap="square" lIns="0" tIns="0" rIns="0" bIns="0" rtlCol="0" anchor="ctr"/>
          <a:lstStyle/>
          <a:p>
            <a:pPr marL="0" indent="0">
              <a:buNone/>
            </a:pPr>
            <a:r>
              <a:rPr lang="en-US" sz="1200" b="1" dirty="0">
                <a:solidFill>
                  <a:srgbClr val="107E3E"/>
                </a:solidFill>
              </a:rPr>
              <a:t>What happens next</a:t>
            </a:r>
            <a:endParaRPr lang="en-US" sz="1200" dirty="0"/>
          </a:p>
        </p:txBody>
      </p:sp>
      <p:sp>
        <p:nvSpPr>
          <p:cNvPr id="18" name="Text 16"/>
          <p:cNvSpPr/>
          <p:nvPr/>
        </p:nvSpPr>
        <p:spPr>
          <a:xfrm>
            <a:off x="512064" y="2889504"/>
            <a:ext cx="3602736" cy="1481328"/>
          </a:xfrm>
          <a:prstGeom prst="rect">
            <a:avLst/>
          </a:prstGeom>
          <a:noFill/>
          <a:ln/>
        </p:spPr>
        <p:txBody>
          <a:bodyPr wrap="square" lIns="0" tIns="0" rIns="0" bIns="0" rtlCol="0" anchor="t"/>
          <a:lstStyle/>
          <a:p>
            <a:pPr marL="0" indent="0">
              <a:buNone/>
            </a:pPr>
            <a:r>
              <a:rPr lang="en-US" sz="1100" dirty="0">
                <a:solidFill>
                  <a:srgbClr val="071A52"/>
                </a:solidFill>
              </a:rPr>
              <a:t>• Project is created in Joule Studio</a:t>
            </a:r>
            <a:endParaRPr lang="en-US" sz="1100" dirty="0"/>
          </a:p>
          <a:p>
            <a:pPr marL="0" indent="0">
              <a:buNone/>
            </a:pPr>
            <a:r>
              <a:rPr lang="en-US" sz="1100" dirty="0">
                <a:solidFill>
                  <a:srgbClr val="071A52"/>
                </a:solidFill>
              </a:rPr>
              <a:t>• You are redirected to the project dashboard</a:t>
            </a:r>
            <a:endParaRPr lang="en-US" sz="1100" dirty="0"/>
          </a:p>
          <a:p>
            <a:pPr marL="0" indent="0">
              <a:buNone/>
            </a:pPr>
            <a:r>
              <a:rPr lang="en-US" sz="1100" dirty="0">
                <a:solidFill>
                  <a:srgbClr val="071A52"/>
                </a:solidFill>
              </a:rPr>
              <a:t>• You can now start adding skills and agents</a:t>
            </a:r>
            <a:endParaRPr lang="en-US" sz="1100" dirty="0"/>
          </a:p>
        </p:txBody>
      </p:sp>
      <p:pic>
        <p:nvPicPr>
          <p:cNvPr id="20" name="Picture 19">
            <a:extLst>
              <a:ext uri="{FF2B5EF4-FFF2-40B4-BE49-F238E27FC236}">
                <a16:creationId xmlns:a16="http://schemas.microsoft.com/office/drawing/2014/main" id="{72EF64BD-1A78-FA57-CB98-998928564FB3}"/>
              </a:ext>
            </a:extLst>
          </p:cNvPr>
          <p:cNvPicPr>
            <a:picLocks noChangeAspect="1"/>
          </p:cNvPicPr>
          <p:nvPr/>
        </p:nvPicPr>
        <p:blipFill>
          <a:blip r:embed="rId3"/>
          <a:stretch>
            <a:fillRect/>
          </a:stretch>
        </p:blipFill>
        <p:spPr>
          <a:xfrm>
            <a:off x="4480561" y="1686389"/>
            <a:ext cx="4389120" cy="20679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Joule Skill To Create Vendor</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4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Create Skill button ]</a:t>
            </a:r>
            <a:endParaRPr lang="en-US" sz="1300" dirty="0"/>
          </a:p>
        </p:txBody>
      </p:sp>
      <p:sp>
        <p:nvSpPr>
          <p:cNvPr id="11" name="Shape 9"/>
          <p:cNvSpPr/>
          <p:nvPr/>
        </p:nvSpPr>
        <p:spPr>
          <a:xfrm>
            <a:off x="5029200" y="960120"/>
            <a:ext cx="3749040" cy="13716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137160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841248"/>
          </a:xfrm>
          <a:prstGeom prst="rect">
            <a:avLst/>
          </a:prstGeom>
          <a:noFill/>
          <a:ln/>
        </p:spPr>
        <p:txBody>
          <a:bodyPr wrap="square" lIns="0" tIns="0" rIns="0" bIns="0" rtlCol="0" anchor="t"/>
          <a:lstStyle/>
          <a:p>
            <a:pPr marL="0" indent="0">
              <a:buNone/>
            </a:pPr>
            <a:r>
              <a:rPr lang="en-US" sz="1100" dirty="0">
                <a:solidFill>
                  <a:srgbClr val="071A52"/>
                </a:solidFill>
              </a:rPr>
              <a:t>Inside your project, click  Create Joule Skill.</a:t>
            </a:r>
            <a:endParaRPr lang="en-US" sz="1100" dirty="0"/>
          </a:p>
        </p:txBody>
      </p:sp>
      <p:sp>
        <p:nvSpPr>
          <p:cNvPr id="15" name="Shape 13"/>
          <p:cNvSpPr/>
          <p:nvPr/>
        </p:nvSpPr>
        <p:spPr>
          <a:xfrm>
            <a:off x="5029200" y="2468880"/>
            <a:ext cx="3749040" cy="201168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2468880"/>
            <a:ext cx="54864" cy="201168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57860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About Joule Skills</a:t>
            </a:r>
            <a:endParaRPr lang="en-US" sz="1200" dirty="0"/>
          </a:p>
        </p:txBody>
      </p:sp>
      <p:sp>
        <p:nvSpPr>
          <p:cNvPr id="18" name="Text 16"/>
          <p:cNvSpPr/>
          <p:nvPr/>
        </p:nvSpPr>
        <p:spPr>
          <a:xfrm>
            <a:off x="5175504" y="2889504"/>
            <a:ext cx="3511296" cy="1481328"/>
          </a:xfrm>
          <a:prstGeom prst="rect">
            <a:avLst/>
          </a:prstGeom>
          <a:noFill/>
          <a:ln/>
        </p:spPr>
        <p:txBody>
          <a:bodyPr wrap="square" lIns="0" tIns="0" rIns="0" bIns="0" rtlCol="0" anchor="t"/>
          <a:lstStyle/>
          <a:p>
            <a:pPr marL="0" indent="0">
              <a:buNone/>
            </a:pPr>
            <a:r>
              <a:rPr lang="en-US" sz="1100" dirty="0">
                <a:solidFill>
                  <a:srgbClr val="071A52"/>
                </a:solidFill>
              </a:rPr>
              <a:t>A Joule Skill is a reusable unit that wraps a business action. It defines inputs, outputs, and the action to execute .In this case, creating a vendor in SAP S/4HANA.</a:t>
            </a:r>
            <a:endParaRPr lang="en-US" sz="1100" dirty="0"/>
          </a:p>
        </p:txBody>
      </p:sp>
      <p:pic>
        <p:nvPicPr>
          <p:cNvPr id="20" name="Picture 19">
            <a:extLst>
              <a:ext uri="{FF2B5EF4-FFF2-40B4-BE49-F238E27FC236}">
                <a16:creationId xmlns:a16="http://schemas.microsoft.com/office/drawing/2014/main" id="{332F2260-3F51-D462-B9D9-941C0D15694D}"/>
              </a:ext>
            </a:extLst>
          </p:cNvPr>
          <p:cNvPicPr>
            <a:picLocks noChangeAspect="1"/>
          </p:cNvPicPr>
          <p:nvPr/>
        </p:nvPicPr>
        <p:blipFill>
          <a:blip r:embed="rId3"/>
          <a:stretch>
            <a:fillRect/>
          </a:stretch>
        </p:blipFill>
        <p:spPr>
          <a:xfrm>
            <a:off x="365761" y="1739685"/>
            <a:ext cx="4389120" cy="20345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Enter Skill Name and Description</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5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Skill name &amp; description ]</a:t>
            </a:r>
            <a:endParaRPr lang="en-US" sz="1300" dirty="0"/>
          </a:p>
        </p:txBody>
      </p:sp>
      <p:sp>
        <p:nvSpPr>
          <p:cNvPr id="11" name="Shape 9"/>
          <p:cNvSpPr/>
          <p:nvPr/>
        </p:nvSpPr>
        <p:spPr>
          <a:xfrm>
            <a:off x="5029200" y="960120"/>
            <a:ext cx="3749040" cy="82296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82296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Skill Name</a:t>
            </a:r>
            <a:endParaRPr lang="en-US" sz="1200" dirty="0"/>
          </a:p>
        </p:txBody>
      </p:sp>
      <p:sp>
        <p:nvSpPr>
          <p:cNvPr id="14" name="Text 12"/>
          <p:cNvSpPr/>
          <p:nvPr/>
        </p:nvSpPr>
        <p:spPr>
          <a:xfrm>
            <a:off x="5175504" y="1380744"/>
            <a:ext cx="3511296" cy="292608"/>
          </a:xfrm>
          <a:prstGeom prst="rect">
            <a:avLst/>
          </a:prstGeom>
          <a:noFill/>
          <a:ln/>
        </p:spPr>
        <p:txBody>
          <a:bodyPr wrap="square" lIns="0" tIns="0" rIns="0" bIns="0" rtlCol="0" anchor="t"/>
          <a:lstStyle/>
          <a:p>
            <a:pPr marL="0" indent="0">
              <a:buNone/>
            </a:pPr>
            <a:r>
              <a:rPr lang="en-US" sz="1100" dirty="0">
                <a:solidFill>
                  <a:srgbClr val="071A52"/>
                </a:solidFill>
              </a:rPr>
              <a:t>CreateVendor</a:t>
            </a:r>
            <a:endParaRPr lang="en-US" sz="1100" dirty="0"/>
          </a:p>
        </p:txBody>
      </p:sp>
      <p:sp>
        <p:nvSpPr>
          <p:cNvPr id="15" name="Shape 13"/>
          <p:cNvSpPr/>
          <p:nvPr/>
        </p:nvSpPr>
        <p:spPr>
          <a:xfrm>
            <a:off x="5029200" y="1901952"/>
            <a:ext cx="3749040" cy="2578608"/>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1901952"/>
            <a:ext cx="54864" cy="2578608"/>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011680"/>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Description</a:t>
            </a:r>
            <a:endParaRPr lang="en-US" sz="1200" dirty="0"/>
          </a:p>
        </p:txBody>
      </p:sp>
      <p:sp>
        <p:nvSpPr>
          <p:cNvPr id="18" name="Text 16"/>
          <p:cNvSpPr/>
          <p:nvPr/>
        </p:nvSpPr>
        <p:spPr>
          <a:xfrm>
            <a:off x="5175504" y="2322576"/>
            <a:ext cx="3511296" cy="2048256"/>
          </a:xfrm>
          <a:prstGeom prst="rect">
            <a:avLst/>
          </a:prstGeom>
          <a:noFill/>
          <a:ln/>
        </p:spPr>
        <p:txBody>
          <a:bodyPr wrap="square" lIns="0" tIns="0" rIns="0" bIns="0" rtlCol="0" anchor="t"/>
          <a:lstStyle/>
          <a:p>
            <a:pPr marL="0" indent="0">
              <a:buNone/>
            </a:pPr>
            <a:r>
              <a:rPr lang="en-US" sz="1100" dirty="0">
                <a:solidFill>
                  <a:srgbClr val="071A52"/>
                </a:solidFill>
              </a:rPr>
              <a:t>Creates a new vendor/supplier in SAP.</a:t>
            </a:r>
            <a:endParaRPr lang="en-US" sz="1100" dirty="0"/>
          </a:p>
          <a:p>
            <a:pPr marL="0" indent="0">
              <a:buNone/>
            </a:pPr>
            <a:endParaRPr lang="en-US" sz="1100" dirty="0"/>
          </a:p>
          <a:p>
            <a:pPr marL="0" indent="0">
              <a:buNone/>
            </a:pPr>
            <a:r>
              <a:rPr lang="en-US" sz="1100" dirty="0">
                <a:solidFill>
                  <a:srgbClr val="071A52"/>
                </a:solidFill>
              </a:rPr>
              <a:t>Collects the vendor name, category, and grouping before creation.</a:t>
            </a:r>
            <a:endParaRPr lang="en-US" sz="1100" dirty="0"/>
          </a:p>
        </p:txBody>
      </p:sp>
      <p:pic>
        <p:nvPicPr>
          <p:cNvPr id="20" name="Picture 19">
            <a:extLst>
              <a:ext uri="{FF2B5EF4-FFF2-40B4-BE49-F238E27FC236}">
                <a16:creationId xmlns:a16="http://schemas.microsoft.com/office/drawing/2014/main" id="{35ECCFA8-095F-2CA5-5BB0-5875C885C7CD}"/>
              </a:ext>
            </a:extLst>
          </p:cNvPr>
          <p:cNvPicPr>
            <a:picLocks noChangeAspect="1"/>
          </p:cNvPicPr>
          <p:nvPr/>
        </p:nvPicPr>
        <p:blipFill>
          <a:blip r:embed="rId3"/>
          <a:stretch>
            <a:fillRect/>
          </a:stretch>
        </p:blipFill>
        <p:spPr>
          <a:xfrm>
            <a:off x="365761" y="1759086"/>
            <a:ext cx="4389120" cy="19225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Add Skill Inputs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6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Parameters panel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Navigation Steps</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1.  Click on Trigger</a:t>
            </a:r>
            <a:endParaRPr lang="en-US" sz="1100" dirty="0"/>
          </a:p>
          <a:p>
            <a:pPr marL="0" indent="0">
              <a:buNone/>
            </a:pPr>
            <a:endParaRPr lang="en-US" sz="1100" dirty="0"/>
          </a:p>
          <a:p>
            <a:pPr marL="0" indent="0">
              <a:buNone/>
            </a:pPr>
            <a:r>
              <a:rPr lang="en-US" sz="1100" dirty="0">
                <a:solidFill>
                  <a:srgbClr val="071A52"/>
                </a:solidFill>
              </a:rPr>
              <a:t>2.  Navigate to the Parameters tab</a:t>
            </a:r>
            <a:endParaRPr lang="en-US" sz="1100" dirty="0"/>
          </a:p>
          <a:p>
            <a:pPr marL="0" indent="0">
              <a:buNone/>
            </a:pPr>
            <a:endParaRPr lang="en-US" sz="1100" dirty="0"/>
          </a:p>
          <a:p>
            <a:pPr marL="0" indent="0">
              <a:buNone/>
            </a:pPr>
            <a:r>
              <a:rPr lang="en-US" sz="1100" dirty="0">
                <a:solidFill>
                  <a:srgbClr val="071A52"/>
                </a:solidFill>
              </a:rPr>
              <a:t>3.  Select Skill Inputs</a:t>
            </a:r>
            <a:r>
              <a:rPr lang="en-US" sz="1100" dirty="0"/>
              <a:t> which can </a:t>
            </a:r>
            <a:r>
              <a:rPr lang="en-US" sz="1100" dirty="0">
                <a:solidFill>
                  <a:srgbClr val="071A52"/>
                </a:solidFill>
              </a:rPr>
              <a:t>define the inputs that the skill will accept from the user</a:t>
            </a:r>
            <a:endParaRPr lang="en-US" sz="1100" dirty="0"/>
          </a:p>
        </p:txBody>
      </p:sp>
      <p:pic>
        <p:nvPicPr>
          <p:cNvPr id="16" name="Picture 15">
            <a:extLst>
              <a:ext uri="{FF2B5EF4-FFF2-40B4-BE49-F238E27FC236}">
                <a16:creationId xmlns:a16="http://schemas.microsoft.com/office/drawing/2014/main" id="{20197470-5C7A-8B8C-FD2A-5BCDB8A46BBF}"/>
              </a:ext>
            </a:extLst>
          </p:cNvPr>
          <p:cNvPicPr>
            <a:picLocks noChangeAspect="1"/>
          </p:cNvPicPr>
          <p:nvPr/>
        </p:nvPicPr>
        <p:blipFill>
          <a:blip r:embed="rId3"/>
          <a:stretch>
            <a:fillRect/>
          </a:stretch>
        </p:blipFill>
        <p:spPr>
          <a:xfrm>
            <a:off x="356112" y="1760042"/>
            <a:ext cx="4408415" cy="19205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Add Skill Input Fields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7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Text 7"/>
          <p:cNvSpPr/>
          <p:nvPr/>
        </p:nvSpPr>
        <p:spPr>
          <a:xfrm>
            <a:off x="365760" y="914400"/>
            <a:ext cx="4572000" cy="315468"/>
          </a:xfrm>
          <a:prstGeom prst="rect">
            <a:avLst/>
          </a:prstGeom>
          <a:noFill/>
          <a:ln/>
        </p:spPr>
        <p:txBody>
          <a:bodyPr wrap="square" lIns="0" tIns="0" rIns="0" bIns="0" rtlCol="0" anchor="ctr"/>
          <a:lstStyle/>
          <a:p>
            <a:pPr marL="0" indent="0">
              <a:buNone/>
            </a:pPr>
            <a:r>
              <a:rPr lang="en-US" sz="1200" dirty="0">
                <a:solidFill>
                  <a:srgbClr val="071A52"/>
                </a:solidFill>
              </a:rPr>
              <a:t>Click the + icon and add the following fields with type String, then click Apply:</a:t>
            </a:r>
            <a:endParaRPr lang="en-US" sz="1200" dirty="0"/>
          </a:p>
        </p:txBody>
      </p:sp>
      <p:sp>
        <p:nvSpPr>
          <p:cNvPr id="10" name="Shape 8"/>
          <p:cNvSpPr/>
          <p:nvPr/>
        </p:nvSpPr>
        <p:spPr>
          <a:xfrm>
            <a:off x="365760" y="1325880"/>
            <a:ext cx="4297680" cy="329184"/>
          </a:xfrm>
          <a:prstGeom prst="rect">
            <a:avLst/>
          </a:prstGeom>
          <a:solidFill>
            <a:srgbClr val="0070F2"/>
          </a:solidFill>
          <a:ln w="12700">
            <a:solidFill>
              <a:srgbClr val="0070F2"/>
            </a:solidFill>
            <a:prstDash val="solid"/>
          </a:ln>
        </p:spPr>
        <p:txBody>
          <a:bodyPr/>
          <a:lstStyle/>
          <a:p>
            <a:endParaRPr lang="en-SG"/>
          </a:p>
        </p:txBody>
      </p:sp>
      <p:sp>
        <p:nvSpPr>
          <p:cNvPr id="11" name="Text 9"/>
          <p:cNvSpPr/>
          <p:nvPr/>
        </p:nvSpPr>
        <p:spPr>
          <a:xfrm>
            <a:off x="475488" y="1325880"/>
            <a:ext cx="4078224" cy="329184"/>
          </a:xfrm>
          <a:prstGeom prst="rect">
            <a:avLst/>
          </a:prstGeom>
          <a:noFill/>
          <a:ln/>
        </p:spPr>
        <p:txBody>
          <a:bodyPr wrap="square" lIns="0" tIns="0" rIns="0" bIns="0" rtlCol="0" anchor="ctr"/>
          <a:lstStyle/>
          <a:p>
            <a:pPr marL="0" indent="0">
              <a:buNone/>
            </a:pPr>
            <a:r>
              <a:rPr lang="en-US" sz="1100" b="1" dirty="0">
                <a:solidFill>
                  <a:srgbClr val="FFFFFF"/>
                </a:solidFill>
              </a:rPr>
              <a:t>Field Name</a:t>
            </a:r>
            <a:r>
              <a:rPr lang="en-US" sz="1100" dirty="0">
                <a:solidFill>
                  <a:srgbClr val="FFFFFF"/>
                </a:solidFill>
              </a:rPr>
              <a:t>     </a:t>
            </a:r>
            <a:r>
              <a:rPr lang="en-US" sz="1100" b="1" dirty="0">
                <a:solidFill>
                  <a:srgbClr val="FFFFFF"/>
                </a:solidFill>
              </a:rPr>
              <a:t>Type / Notes</a:t>
            </a:r>
            <a:endParaRPr lang="en-US" sz="1100" dirty="0"/>
          </a:p>
        </p:txBody>
      </p:sp>
      <p:sp>
        <p:nvSpPr>
          <p:cNvPr id="12" name="Shape 10"/>
          <p:cNvSpPr/>
          <p:nvPr/>
        </p:nvSpPr>
        <p:spPr>
          <a:xfrm>
            <a:off x="365760" y="1655064"/>
            <a:ext cx="4297680" cy="329184"/>
          </a:xfrm>
          <a:prstGeom prst="rect">
            <a:avLst/>
          </a:prstGeom>
          <a:solidFill>
            <a:srgbClr val="FFFFFF"/>
          </a:solidFill>
          <a:ln w="6350">
            <a:solidFill>
              <a:srgbClr val="D6DDE8"/>
            </a:solidFill>
            <a:prstDash val="solid"/>
          </a:ln>
        </p:spPr>
        <p:txBody>
          <a:bodyPr/>
          <a:lstStyle/>
          <a:p>
            <a:endParaRPr lang="en-SG"/>
          </a:p>
        </p:txBody>
      </p:sp>
      <p:sp>
        <p:nvSpPr>
          <p:cNvPr id="13" name="Text 11"/>
          <p:cNvSpPr/>
          <p:nvPr/>
        </p:nvSpPr>
        <p:spPr>
          <a:xfrm>
            <a:off x="475488" y="1655064"/>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OrganizationBPName1</a:t>
            </a:r>
            <a:endParaRPr lang="en-US" sz="1050" dirty="0"/>
          </a:p>
        </p:txBody>
      </p:sp>
      <p:sp>
        <p:nvSpPr>
          <p:cNvPr id="14" name="Text 12"/>
          <p:cNvSpPr/>
          <p:nvPr/>
        </p:nvSpPr>
        <p:spPr>
          <a:xfrm>
            <a:off x="2839212" y="1655064"/>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Required</a:t>
            </a:r>
            <a:endParaRPr lang="en-US" sz="1050" dirty="0"/>
          </a:p>
        </p:txBody>
      </p:sp>
      <p:sp>
        <p:nvSpPr>
          <p:cNvPr id="15" name="Shape 13"/>
          <p:cNvSpPr/>
          <p:nvPr/>
        </p:nvSpPr>
        <p:spPr>
          <a:xfrm>
            <a:off x="365760" y="1984248"/>
            <a:ext cx="4297680" cy="329184"/>
          </a:xfrm>
          <a:prstGeom prst="rect">
            <a:avLst/>
          </a:prstGeom>
          <a:solidFill>
            <a:srgbClr val="E8F0FD"/>
          </a:solidFill>
          <a:ln w="6350">
            <a:solidFill>
              <a:srgbClr val="D6DDE8"/>
            </a:solidFill>
            <a:prstDash val="solid"/>
          </a:ln>
        </p:spPr>
        <p:txBody>
          <a:bodyPr/>
          <a:lstStyle/>
          <a:p>
            <a:endParaRPr lang="en-SG"/>
          </a:p>
        </p:txBody>
      </p:sp>
      <p:sp>
        <p:nvSpPr>
          <p:cNvPr id="16" name="Text 14"/>
          <p:cNvSpPr/>
          <p:nvPr/>
        </p:nvSpPr>
        <p:spPr>
          <a:xfrm>
            <a:off x="475488" y="1984248"/>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OrganizationBPName2</a:t>
            </a:r>
            <a:endParaRPr lang="en-US" sz="1050" dirty="0"/>
          </a:p>
        </p:txBody>
      </p:sp>
      <p:sp>
        <p:nvSpPr>
          <p:cNvPr id="17" name="Text 15"/>
          <p:cNvSpPr/>
          <p:nvPr/>
        </p:nvSpPr>
        <p:spPr>
          <a:xfrm>
            <a:off x="2839212" y="1984248"/>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18" name="Shape 16"/>
          <p:cNvSpPr/>
          <p:nvPr/>
        </p:nvSpPr>
        <p:spPr>
          <a:xfrm>
            <a:off x="365760" y="2313432"/>
            <a:ext cx="4297680" cy="329184"/>
          </a:xfrm>
          <a:prstGeom prst="rect">
            <a:avLst/>
          </a:prstGeom>
          <a:solidFill>
            <a:srgbClr val="FFFFFF"/>
          </a:solidFill>
          <a:ln w="6350">
            <a:solidFill>
              <a:srgbClr val="D6DDE8"/>
            </a:solidFill>
            <a:prstDash val="solid"/>
          </a:ln>
        </p:spPr>
        <p:txBody>
          <a:bodyPr/>
          <a:lstStyle/>
          <a:p>
            <a:endParaRPr lang="en-SG"/>
          </a:p>
        </p:txBody>
      </p:sp>
      <p:sp>
        <p:nvSpPr>
          <p:cNvPr id="19" name="Text 17"/>
          <p:cNvSpPr/>
          <p:nvPr/>
        </p:nvSpPr>
        <p:spPr>
          <a:xfrm>
            <a:off x="475488" y="2313432"/>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OrganizationBPName3</a:t>
            </a:r>
            <a:endParaRPr lang="en-US" sz="1050" dirty="0"/>
          </a:p>
        </p:txBody>
      </p:sp>
      <p:sp>
        <p:nvSpPr>
          <p:cNvPr id="20" name="Text 18"/>
          <p:cNvSpPr/>
          <p:nvPr/>
        </p:nvSpPr>
        <p:spPr>
          <a:xfrm>
            <a:off x="2839212" y="2313432"/>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21" name="Shape 19"/>
          <p:cNvSpPr/>
          <p:nvPr/>
        </p:nvSpPr>
        <p:spPr>
          <a:xfrm>
            <a:off x="365760" y="2642616"/>
            <a:ext cx="4297680" cy="329184"/>
          </a:xfrm>
          <a:prstGeom prst="rect">
            <a:avLst/>
          </a:prstGeom>
          <a:solidFill>
            <a:srgbClr val="E8F0FD"/>
          </a:solidFill>
          <a:ln w="6350">
            <a:solidFill>
              <a:srgbClr val="D6DDE8"/>
            </a:solidFill>
            <a:prstDash val="solid"/>
          </a:ln>
        </p:spPr>
        <p:txBody>
          <a:bodyPr/>
          <a:lstStyle/>
          <a:p>
            <a:endParaRPr lang="en-SG"/>
          </a:p>
        </p:txBody>
      </p:sp>
      <p:sp>
        <p:nvSpPr>
          <p:cNvPr id="22" name="Text 20"/>
          <p:cNvSpPr/>
          <p:nvPr/>
        </p:nvSpPr>
        <p:spPr>
          <a:xfrm>
            <a:off x="475488" y="2642616"/>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OrganizationBPName4</a:t>
            </a:r>
            <a:endParaRPr lang="en-US" sz="1050" dirty="0"/>
          </a:p>
        </p:txBody>
      </p:sp>
      <p:sp>
        <p:nvSpPr>
          <p:cNvPr id="23" name="Text 21"/>
          <p:cNvSpPr/>
          <p:nvPr/>
        </p:nvSpPr>
        <p:spPr>
          <a:xfrm>
            <a:off x="2839212" y="2642616"/>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24" name="Shape 22"/>
          <p:cNvSpPr/>
          <p:nvPr/>
        </p:nvSpPr>
        <p:spPr>
          <a:xfrm>
            <a:off x="365760" y="2971800"/>
            <a:ext cx="4297680" cy="329184"/>
          </a:xfrm>
          <a:prstGeom prst="rect">
            <a:avLst/>
          </a:prstGeom>
          <a:solidFill>
            <a:srgbClr val="FFFFFF"/>
          </a:solidFill>
          <a:ln w="6350">
            <a:solidFill>
              <a:srgbClr val="D6DDE8"/>
            </a:solidFill>
            <a:prstDash val="solid"/>
          </a:ln>
        </p:spPr>
        <p:txBody>
          <a:bodyPr/>
          <a:lstStyle/>
          <a:p>
            <a:endParaRPr lang="en-SG"/>
          </a:p>
        </p:txBody>
      </p:sp>
      <p:sp>
        <p:nvSpPr>
          <p:cNvPr id="25" name="Text 23"/>
          <p:cNvSpPr/>
          <p:nvPr/>
        </p:nvSpPr>
        <p:spPr>
          <a:xfrm>
            <a:off x="475488" y="2971800"/>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BusinessPartnerCategory</a:t>
            </a:r>
            <a:endParaRPr lang="en-US" sz="1050" dirty="0"/>
          </a:p>
        </p:txBody>
      </p:sp>
      <p:sp>
        <p:nvSpPr>
          <p:cNvPr id="26" name="Text 24"/>
          <p:cNvSpPr/>
          <p:nvPr/>
        </p:nvSpPr>
        <p:spPr>
          <a:xfrm>
            <a:off x="2839212" y="2971800"/>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Required</a:t>
            </a:r>
            <a:endParaRPr lang="en-US" sz="1050" dirty="0"/>
          </a:p>
        </p:txBody>
      </p:sp>
      <p:sp>
        <p:nvSpPr>
          <p:cNvPr id="27" name="Shape 25"/>
          <p:cNvSpPr/>
          <p:nvPr/>
        </p:nvSpPr>
        <p:spPr>
          <a:xfrm>
            <a:off x="365760" y="3300984"/>
            <a:ext cx="4297680" cy="329184"/>
          </a:xfrm>
          <a:prstGeom prst="rect">
            <a:avLst/>
          </a:prstGeom>
          <a:solidFill>
            <a:srgbClr val="E8F0FD"/>
          </a:solidFill>
          <a:ln w="6350">
            <a:solidFill>
              <a:srgbClr val="D6DDE8"/>
            </a:solidFill>
            <a:prstDash val="solid"/>
          </a:ln>
        </p:spPr>
        <p:txBody>
          <a:bodyPr/>
          <a:lstStyle/>
          <a:p>
            <a:endParaRPr lang="en-SG"/>
          </a:p>
        </p:txBody>
      </p:sp>
      <p:sp>
        <p:nvSpPr>
          <p:cNvPr id="28" name="Text 26"/>
          <p:cNvSpPr/>
          <p:nvPr/>
        </p:nvSpPr>
        <p:spPr>
          <a:xfrm>
            <a:off x="475488" y="3300984"/>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BusinessPartnerGrouping</a:t>
            </a:r>
            <a:endParaRPr lang="en-US" sz="1050" dirty="0"/>
          </a:p>
        </p:txBody>
      </p:sp>
      <p:sp>
        <p:nvSpPr>
          <p:cNvPr id="29" name="Text 27"/>
          <p:cNvSpPr/>
          <p:nvPr/>
        </p:nvSpPr>
        <p:spPr>
          <a:xfrm>
            <a:off x="2839212" y="3300984"/>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Required</a:t>
            </a:r>
            <a:endParaRPr lang="en-US" sz="1050" dirty="0"/>
          </a:p>
        </p:txBody>
      </p:sp>
      <p:sp>
        <p:nvSpPr>
          <p:cNvPr id="30" name="Shape 28"/>
          <p:cNvSpPr/>
          <p:nvPr/>
        </p:nvSpPr>
        <p:spPr>
          <a:xfrm>
            <a:off x="4937760" y="960120"/>
            <a:ext cx="388620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31" name="Text 29"/>
          <p:cNvSpPr/>
          <p:nvPr/>
        </p:nvSpPr>
        <p:spPr>
          <a:xfrm>
            <a:off x="4937760" y="960120"/>
            <a:ext cx="388620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 icon &amp; input fields ]</a:t>
            </a:r>
            <a:endParaRPr lang="en-US" sz="1300" dirty="0"/>
          </a:p>
        </p:txBody>
      </p:sp>
      <p:pic>
        <p:nvPicPr>
          <p:cNvPr id="37" name="Picture 36">
            <a:extLst>
              <a:ext uri="{FF2B5EF4-FFF2-40B4-BE49-F238E27FC236}">
                <a16:creationId xmlns:a16="http://schemas.microsoft.com/office/drawing/2014/main" id="{03714D75-D5BE-67AE-A4D9-BC0FE3B2E620}"/>
              </a:ext>
            </a:extLst>
          </p:cNvPr>
          <p:cNvPicPr>
            <a:picLocks noChangeAspect="1"/>
          </p:cNvPicPr>
          <p:nvPr/>
        </p:nvPicPr>
        <p:blipFill>
          <a:blip r:embed="rId3"/>
          <a:stretch>
            <a:fillRect/>
          </a:stretch>
        </p:blipFill>
        <p:spPr>
          <a:xfrm>
            <a:off x="4937760" y="1707561"/>
            <a:ext cx="3886200" cy="20186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Add Skill Output Fields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8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Text 7"/>
          <p:cNvSpPr/>
          <p:nvPr/>
        </p:nvSpPr>
        <p:spPr>
          <a:xfrm>
            <a:off x="365760" y="914400"/>
            <a:ext cx="4669378" cy="315468"/>
          </a:xfrm>
          <a:prstGeom prst="rect">
            <a:avLst/>
          </a:prstGeom>
          <a:noFill/>
          <a:ln/>
        </p:spPr>
        <p:txBody>
          <a:bodyPr wrap="square" lIns="0" tIns="0" rIns="0" bIns="0" rtlCol="0" anchor="ctr"/>
          <a:lstStyle/>
          <a:p>
            <a:pPr marL="0" indent="0">
              <a:buNone/>
            </a:pPr>
            <a:r>
              <a:rPr lang="en-US" sz="1200" dirty="0">
                <a:solidFill>
                  <a:srgbClr val="071A52"/>
                </a:solidFill>
              </a:rPr>
              <a:t>Navigate to Skill Outputs and add the following fields (all type String, Optional):</a:t>
            </a:r>
            <a:endParaRPr lang="en-US" sz="1200" dirty="0"/>
          </a:p>
        </p:txBody>
      </p:sp>
      <p:sp>
        <p:nvSpPr>
          <p:cNvPr id="10" name="Shape 8"/>
          <p:cNvSpPr/>
          <p:nvPr/>
        </p:nvSpPr>
        <p:spPr>
          <a:xfrm>
            <a:off x="365760" y="1325880"/>
            <a:ext cx="4297680" cy="329184"/>
          </a:xfrm>
          <a:prstGeom prst="rect">
            <a:avLst/>
          </a:prstGeom>
          <a:solidFill>
            <a:srgbClr val="1344A0"/>
          </a:solidFill>
          <a:ln w="12700">
            <a:solidFill>
              <a:srgbClr val="1344A0"/>
            </a:solidFill>
            <a:prstDash val="solid"/>
          </a:ln>
        </p:spPr>
        <p:txBody>
          <a:bodyPr/>
          <a:lstStyle/>
          <a:p>
            <a:endParaRPr lang="en-SG"/>
          </a:p>
        </p:txBody>
      </p:sp>
      <p:sp>
        <p:nvSpPr>
          <p:cNvPr id="11" name="Text 9"/>
          <p:cNvSpPr/>
          <p:nvPr/>
        </p:nvSpPr>
        <p:spPr>
          <a:xfrm>
            <a:off x="475488" y="1325880"/>
            <a:ext cx="4078224" cy="329184"/>
          </a:xfrm>
          <a:prstGeom prst="rect">
            <a:avLst/>
          </a:prstGeom>
          <a:noFill/>
          <a:ln/>
        </p:spPr>
        <p:txBody>
          <a:bodyPr wrap="square" lIns="0" tIns="0" rIns="0" bIns="0" rtlCol="0" anchor="ctr"/>
          <a:lstStyle/>
          <a:p>
            <a:pPr marL="0" indent="0">
              <a:buNone/>
            </a:pPr>
            <a:r>
              <a:rPr lang="en-US" sz="1100" b="1" dirty="0">
                <a:solidFill>
                  <a:srgbClr val="FFFFFF"/>
                </a:solidFill>
              </a:rPr>
              <a:t>Field Name</a:t>
            </a:r>
            <a:r>
              <a:rPr lang="en-US" sz="1100" dirty="0">
                <a:solidFill>
                  <a:srgbClr val="FFFFFF"/>
                </a:solidFill>
              </a:rPr>
              <a:t>     </a:t>
            </a:r>
            <a:r>
              <a:rPr lang="en-US" sz="1100" b="1" dirty="0">
                <a:solidFill>
                  <a:srgbClr val="FFFFFF"/>
                </a:solidFill>
              </a:rPr>
              <a:t>Type / Notes</a:t>
            </a:r>
            <a:endParaRPr lang="en-US" sz="1100" dirty="0"/>
          </a:p>
        </p:txBody>
      </p:sp>
      <p:sp>
        <p:nvSpPr>
          <p:cNvPr id="12" name="Shape 10"/>
          <p:cNvSpPr/>
          <p:nvPr/>
        </p:nvSpPr>
        <p:spPr>
          <a:xfrm>
            <a:off x="365760" y="1655064"/>
            <a:ext cx="4297680" cy="329184"/>
          </a:xfrm>
          <a:prstGeom prst="rect">
            <a:avLst/>
          </a:prstGeom>
          <a:solidFill>
            <a:srgbClr val="FFFFFF"/>
          </a:solidFill>
          <a:ln w="6350">
            <a:solidFill>
              <a:srgbClr val="D6DDE8"/>
            </a:solidFill>
            <a:prstDash val="solid"/>
          </a:ln>
        </p:spPr>
        <p:txBody>
          <a:bodyPr/>
          <a:lstStyle/>
          <a:p>
            <a:endParaRPr lang="en-SG"/>
          </a:p>
        </p:txBody>
      </p:sp>
      <p:sp>
        <p:nvSpPr>
          <p:cNvPr id="13" name="Text 11"/>
          <p:cNvSpPr/>
          <p:nvPr/>
        </p:nvSpPr>
        <p:spPr>
          <a:xfrm>
            <a:off x="475488" y="1655064"/>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BusinessPartnerNo</a:t>
            </a:r>
            <a:endParaRPr lang="en-US" sz="1050" dirty="0"/>
          </a:p>
        </p:txBody>
      </p:sp>
      <p:sp>
        <p:nvSpPr>
          <p:cNvPr id="14" name="Text 12"/>
          <p:cNvSpPr/>
          <p:nvPr/>
        </p:nvSpPr>
        <p:spPr>
          <a:xfrm>
            <a:off x="2839212" y="1655064"/>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15" name="Shape 13"/>
          <p:cNvSpPr/>
          <p:nvPr/>
        </p:nvSpPr>
        <p:spPr>
          <a:xfrm>
            <a:off x="365760" y="1984248"/>
            <a:ext cx="4297680" cy="329184"/>
          </a:xfrm>
          <a:prstGeom prst="rect">
            <a:avLst/>
          </a:prstGeom>
          <a:solidFill>
            <a:srgbClr val="E8F0FD"/>
          </a:solidFill>
          <a:ln w="6350">
            <a:solidFill>
              <a:srgbClr val="D6DDE8"/>
            </a:solidFill>
            <a:prstDash val="solid"/>
          </a:ln>
        </p:spPr>
        <p:txBody>
          <a:bodyPr/>
          <a:lstStyle/>
          <a:p>
            <a:endParaRPr lang="en-SG"/>
          </a:p>
        </p:txBody>
      </p:sp>
      <p:sp>
        <p:nvSpPr>
          <p:cNvPr id="16" name="Text 14"/>
          <p:cNvSpPr/>
          <p:nvPr/>
        </p:nvSpPr>
        <p:spPr>
          <a:xfrm>
            <a:off x="475488" y="1984248"/>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BusinessPartnerUUID</a:t>
            </a:r>
            <a:endParaRPr lang="en-US" sz="1050" dirty="0"/>
          </a:p>
        </p:txBody>
      </p:sp>
      <p:sp>
        <p:nvSpPr>
          <p:cNvPr id="17" name="Text 15"/>
          <p:cNvSpPr/>
          <p:nvPr/>
        </p:nvSpPr>
        <p:spPr>
          <a:xfrm>
            <a:off x="2839212" y="1984248"/>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18" name="Shape 16"/>
          <p:cNvSpPr/>
          <p:nvPr/>
        </p:nvSpPr>
        <p:spPr>
          <a:xfrm>
            <a:off x="365760" y="2313432"/>
            <a:ext cx="4297680" cy="329184"/>
          </a:xfrm>
          <a:prstGeom prst="rect">
            <a:avLst/>
          </a:prstGeom>
          <a:solidFill>
            <a:srgbClr val="FFFFFF"/>
          </a:solidFill>
          <a:ln w="6350">
            <a:solidFill>
              <a:srgbClr val="D6DDE8"/>
            </a:solidFill>
            <a:prstDash val="solid"/>
          </a:ln>
        </p:spPr>
        <p:txBody>
          <a:bodyPr/>
          <a:lstStyle/>
          <a:p>
            <a:endParaRPr lang="en-SG"/>
          </a:p>
        </p:txBody>
      </p:sp>
      <p:sp>
        <p:nvSpPr>
          <p:cNvPr id="19" name="Text 17"/>
          <p:cNvSpPr/>
          <p:nvPr/>
        </p:nvSpPr>
        <p:spPr>
          <a:xfrm>
            <a:off x="475488" y="2313432"/>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OrganizationBPName1</a:t>
            </a:r>
            <a:endParaRPr lang="en-US" sz="1050" dirty="0"/>
          </a:p>
        </p:txBody>
      </p:sp>
      <p:sp>
        <p:nvSpPr>
          <p:cNvPr id="20" name="Text 18"/>
          <p:cNvSpPr/>
          <p:nvPr/>
        </p:nvSpPr>
        <p:spPr>
          <a:xfrm>
            <a:off x="2839212" y="2313432"/>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21" name="Shape 19"/>
          <p:cNvSpPr/>
          <p:nvPr/>
        </p:nvSpPr>
        <p:spPr>
          <a:xfrm>
            <a:off x="365760" y="2642616"/>
            <a:ext cx="4297680" cy="329184"/>
          </a:xfrm>
          <a:prstGeom prst="rect">
            <a:avLst/>
          </a:prstGeom>
          <a:solidFill>
            <a:srgbClr val="E8F0FD"/>
          </a:solidFill>
          <a:ln w="6350">
            <a:solidFill>
              <a:srgbClr val="D6DDE8"/>
            </a:solidFill>
            <a:prstDash val="solid"/>
          </a:ln>
        </p:spPr>
        <p:txBody>
          <a:bodyPr/>
          <a:lstStyle/>
          <a:p>
            <a:endParaRPr lang="en-SG"/>
          </a:p>
        </p:txBody>
      </p:sp>
      <p:sp>
        <p:nvSpPr>
          <p:cNvPr id="22" name="Text 20"/>
          <p:cNvSpPr/>
          <p:nvPr/>
        </p:nvSpPr>
        <p:spPr>
          <a:xfrm>
            <a:off x="475488" y="2642616"/>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OrganizationBPName2</a:t>
            </a:r>
            <a:endParaRPr lang="en-US" sz="1050" dirty="0"/>
          </a:p>
        </p:txBody>
      </p:sp>
      <p:sp>
        <p:nvSpPr>
          <p:cNvPr id="23" name="Text 21"/>
          <p:cNvSpPr/>
          <p:nvPr/>
        </p:nvSpPr>
        <p:spPr>
          <a:xfrm>
            <a:off x="2839212" y="2642616"/>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24" name="Shape 22"/>
          <p:cNvSpPr/>
          <p:nvPr/>
        </p:nvSpPr>
        <p:spPr>
          <a:xfrm>
            <a:off x="365760" y="2971800"/>
            <a:ext cx="4297680" cy="329184"/>
          </a:xfrm>
          <a:prstGeom prst="rect">
            <a:avLst/>
          </a:prstGeom>
          <a:solidFill>
            <a:srgbClr val="FFFFFF"/>
          </a:solidFill>
          <a:ln w="6350">
            <a:solidFill>
              <a:srgbClr val="D6DDE8"/>
            </a:solidFill>
            <a:prstDash val="solid"/>
          </a:ln>
        </p:spPr>
        <p:txBody>
          <a:bodyPr/>
          <a:lstStyle/>
          <a:p>
            <a:endParaRPr lang="en-SG"/>
          </a:p>
        </p:txBody>
      </p:sp>
      <p:sp>
        <p:nvSpPr>
          <p:cNvPr id="25" name="Text 23"/>
          <p:cNvSpPr/>
          <p:nvPr/>
        </p:nvSpPr>
        <p:spPr>
          <a:xfrm>
            <a:off x="475488" y="2971800"/>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OrganizationBPName3</a:t>
            </a:r>
            <a:endParaRPr lang="en-US" sz="1050" dirty="0"/>
          </a:p>
        </p:txBody>
      </p:sp>
      <p:sp>
        <p:nvSpPr>
          <p:cNvPr id="26" name="Text 24"/>
          <p:cNvSpPr/>
          <p:nvPr/>
        </p:nvSpPr>
        <p:spPr>
          <a:xfrm>
            <a:off x="2839212" y="2971800"/>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27" name="Shape 25"/>
          <p:cNvSpPr/>
          <p:nvPr/>
        </p:nvSpPr>
        <p:spPr>
          <a:xfrm>
            <a:off x="365760" y="3300984"/>
            <a:ext cx="4297680" cy="329184"/>
          </a:xfrm>
          <a:prstGeom prst="rect">
            <a:avLst/>
          </a:prstGeom>
          <a:solidFill>
            <a:srgbClr val="E8F0FD"/>
          </a:solidFill>
          <a:ln w="6350">
            <a:solidFill>
              <a:srgbClr val="D6DDE8"/>
            </a:solidFill>
            <a:prstDash val="solid"/>
          </a:ln>
        </p:spPr>
        <p:txBody>
          <a:bodyPr/>
          <a:lstStyle/>
          <a:p>
            <a:endParaRPr lang="en-SG"/>
          </a:p>
        </p:txBody>
      </p:sp>
      <p:sp>
        <p:nvSpPr>
          <p:cNvPr id="28" name="Text 26"/>
          <p:cNvSpPr/>
          <p:nvPr/>
        </p:nvSpPr>
        <p:spPr>
          <a:xfrm>
            <a:off x="475488" y="3300984"/>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OrganizationBPName4</a:t>
            </a:r>
            <a:endParaRPr lang="en-US" sz="1050" dirty="0"/>
          </a:p>
        </p:txBody>
      </p:sp>
      <p:sp>
        <p:nvSpPr>
          <p:cNvPr id="29" name="Text 27"/>
          <p:cNvSpPr/>
          <p:nvPr/>
        </p:nvSpPr>
        <p:spPr>
          <a:xfrm>
            <a:off x="2839212" y="3300984"/>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30" name="Shape 28"/>
          <p:cNvSpPr/>
          <p:nvPr/>
        </p:nvSpPr>
        <p:spPr>
          <a:xfrm>
            <a:off x="365760" y="3630168"/>
            <a:ext cx="4297680" cy="329184"/>
          </a:xfrm>
          <a:prstGeom prst="rect">
            <a:avLst/>
          </a:prstGeom>
          <a:solidFill>
            <a:srgbClr val="FFFFFF"/>
          </a:solidFill>
          <a:ln w="6350">
            <a:solidFill>
              <a:srgbClr val="D6DDE8"/>
            </a:solidFill>
            <a:prstDash val="solid"/>
          </a:ln>
        </p:spPr>
        <p:txBody>
          <a:bodyPr/>
          <a:lstStyle/>
          <a:p>
            <a:endParaRPr lang="en-SG"/>
          </a:p>
        </p:txBody>
      </p:sp>
      <p:sp>
        <p:nvSpPr>
          <p:cNvPr id="31" name="Text 29"/>
          <p:cNvSpPr/>
          <p:nvPr/>
        </p:nvSpPr>
        <p:spPr>
          <a:xfrm>
            <a:off x="475488" y="3630168"/>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BusinessPartnerGrouping</a:t>
            </a:r>
            <a:endParaRPr lang="en-US" sz="1050" dirty="0"/>
          </a:p>
        </p:txBody>
      </p:sp>
      <p:sp>
        <p:nvSpPr>
          <p:cNvPr id="32" name="Text 30"/>
          <p:cNvSpPr/>
          <p:nvPr/>
        </p:nvSpPr>
        <p:spPr>
          <a:xfrm>
            <a:off x="2839212" y="3630168"/>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33" name="Shape 31"/>
          <p:cNvSpPr/>
          <p:nvPr/>
        </p:nvSpPr>
        <p:spPr>
          <a:xfrm>
            <a:off x="365760" y="3959352"/>
            <a:ext cx="4297680" cy="329184"/>
          </a:xfrm>
          <a:prstGeom prst="rect">
            <a:avLst/>
          </a:prstGeom>
          <a:solidFill>
            <a:srgbClr val="E8F0FD"/>
          </a:solidFill>
          <a:ln w="6350">
            <a:solidFill>
              <a:srgbClr val="D6DDE8"/>
            </a:solidFill>
            <a:prstDash val="solid"/>
          </a:ln>
        </p:spPr>
        <p:txBody>
          <a:bodyPr/>
          <a:lstStyle/>
          <a:p>
            <a:endParaRPr lang="en-SG"/>
          </a:p>
        </p:txBody>
      </p:sp>
      <p:sp>
        <p:nvSpPr>
          <p:cNvPr id="34" name="Text 32"/>
          <p:cNvSpPr/>
          <p:nvPr/>
        </p:nvSpPr>
        <p:spPr>
          <a:xfrm>
            <a:off x="475488" y="3959352"/>
            <a:ext cx="2363724" cy="329184"/>
          </a:xfrm>
          <a:prstGeom prst="rect">
            <a:avLst/>
          </a:prstGeom>
          <a:noFill/>
          <a:ln/>
        </p:spPr>
        <p:txBody>
          <a:bodyPr wrap="square" lIns="0" tIns="0" rIns="0" bIns="0" rtlCol="0" anchor="ctr"/>
          <a:lstStyle/>
          <a:p>
            <a:pPr marL="0" indent="0">
              <a:buNone/>
            </a:pPr>
            <a:r>
              <a:rPr lang="en-US" sz="1050" b="1" dirty="0">
                <a:solidFill>
                  <a:srgbClr val="071A52"/>
                </a:solidFill>
              </a:rPr>
              <a:t>BusinessPartnerCategory</a:t>
            </a:r>
            <a:endParaRPr lang="en-US" sz="1050" dirty="0"/>
          </a:p>
        </p:txBody>
      </p:sp>
      <p:sp>
        <p:nvSpPr>
          <p:cNvPr id="35" name="Text 33"/>
          <p:cNvSpPr/>
          <p:nvPr/>
        </p:nvSpPr>
        <p:spPr>
          <a:xfrm>
            <a:off x="2839212" y="3959352"/>
            <a:ext cx="1719072" cy="329184"/>
          </a:xfrm>
          <a:prstGeom prst="rect">
            <a:avLst/>
          </a:prstGeom>
          <a:noFill/>
          <a:ln/>
        </p:spPr>
        <p:txBody>
          <a:bodyPr wrap="square" lIns="0" tIns="0" rIns="0" bIns="0" rtlCol="0" anchor="ctr"/>
          <a:lstStyle/>
          <a:p>
            <a:pPr marL="0" indent="0">
              <a:buNone/>
            </a:pPr>
            <a:r>
              <a:rPr lang="en-US" sz="1050" dirty="0">
                <a:solidFill>
                  <a:srgbClr val="5A6A7E"/>
                </a:solidFill>
              </a:rPr>
              <a:t>String — Optional</a:t>
            </a:r>
            <a:endParaRPr lang="en-US" sz="1050" dirty="0"/>
          </a:p>
        </p:txBody>
      </p:sp>
      <p:sp>
        <p:nvSpPr>
          <p:cNvPr id="36" name="Shape 34"/>
          <p:cNvSpPr/>
          <p:nvPr/>
        </p:nvSpPr>
        <p:spPr>
          <a:xfrm>
            <a:off x="4937760" y="960120"/>
            <a:ext cx="388620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37" name="Text 35"/>
          <p:cNvSpPr/>
          <p:nvPr/>
        </p:nvSpPr>
        <p:spPr>
          <a:xfrm>
            <a:off x="4937760" y="960120"/>
            <a:ext cx="388620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Skill Outputs ]</a:t>
            </a:r>
            <a:endParaRPr lang="en-US" sz="1300" dirty="0"/>
          </a:p>
        </p:txBody>
      </p:sp>
      <p:pic>
        <p:nvPicPr>
          <p:cNvPr id="39" name="Picture 38">
            <a:extLst>
              <a:ext uri="{FF2B5EF4-FFF2-40B4-BE49-F238E27FC236}">
                <a16:creationId xmlns:a16="http://schemas.microsoft.com/office/drawing/2014/main" id="{05A2A5AD-85A9-C23C-19AE-4F14701B9603}"/>
              </a:ext>
            </a:extLst>
          </p:cNvPr>
          <p:cNvPicPr>
            <a:picLocks noChangeAspect="1"/>
          </p:cNvPicPr>
          <p:nvPr/>
        </p:nvPicPr>
        <p:blipFill>
          <a:blip r:embed="rId3"/>
          <a:stretch>
            <a:fillRect/>
          </a:stretch>
        </p:blipFill>
        <p:spPr>
          <a:xfrm>
            <a:off x="4955599" y="1735364"/>
            <a:ext cx="3850521" cy="19908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Click + Icon Below Trigger</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9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 icon below Trigger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1298448"/>
          </a:xfrm>
          <a:prstGeom prst="rect">
            <a:avLst/>
          </a:prstGeom>
          <a:noFill/>
          <a:ln/>
        </p:spPr>
        <p:txBody>
          <a:bodyPr wrap="square" lIns="0" tIns="0" rIns="0" bIns="0" rtlCol="0" anchor="t"/>
          <a:lstStyle/>
          <a:p>
            <a:pPr marL="0" indent="0">
              <a:buNone/>
            </a:pPr>
            <a:r>
              <a:rPr lang="en-US" sz="1100" dirty="0">
                <a:solidFill>
                  <a:srgbClr val="071A52"/>
                </a:solidFill>
              </a:rPr>
              <a:t>Click the + icon directly below the Trigger block.</a:t>
            </a:r>
            <a:endParaRPr lang="en-US" sz="1100" dirty="0"/>
          </a:p>
          <a:p>
            <a:pPr marL="0" indent="0">
              <a:buNone/>
            </a:pPr>
            <a:endParaRPr lang="en-US" sz="1100" dirty="0"/>
          </a:p>
          <a:p>
            <a:pPr marL="0" indent="0">
              <a:buNone/>
            </a:pPr>
            <a:r>
              <a:rPr lang="en-US" sz="1100" dirty="0">
                <a:solidFill>
                  <a:srgbClr val="071A52"/>
                </a:solidFill>
              </a:rPr>
              <a:t>From the menu that appears, select Call Action.</a:t>
            </a:r>
            <a:endParaRPr lang="en-US" sz="1100" dirty="0"/>
          </a:p>
        </p:txBody>
      </p:sp>
      <p:pic>
        <p:nvPicPr>
          <p:cNvPr id="20" name="Picture 19">
            <a:extLst>
              <a:ext uri="{FF2B5EF4-FFF2-40B4-BE49-F238E27FC236}">
                <a16:creationId xmlns:a16="http://schemas.microsoft.com/office/drawing/2014/main" id="{A701A2B3-A300-2C34-2A88-AD03D75D26F4}"/>
              </a:ext>
            </a:extLst>
          </p:cNvPr>
          <p:cNvPicPr>
            <a:picLocks noChangeAspect="1"/>
          </p:cNvPicPr>
          <p:nvPr/>
        </p:nvPicPr>
        <p:blipFill>
          <a:blip r:embed="rId3"/>
          <a:stretch>
            <a:fillRect/>
          </a:stretch>
        </p:blipFill>
        <p:spPr>
          <a:xfrm>
            <a:off x="365760" y="1712338"/>
            <a:ext cx="4389120" cy="19337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Add Create Vendor Action</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10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Call Action — Create Vendor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After selecting Call Action, search for or select the Create Vendor action from the action catalogue.</a:t>
            </a:r>
            <a:endParaRPr lang="en-US" sz="1100" dirty="0"/>
          </a:p>
          <a:p>
            <a:pPr marL="0" indent="0">
              <a:buNone/>
            </a:pPr>
            <a:endParaRPr lang="en-US" sz="1100" dirty="0"/>
          </a:p>
          <a:p>
            <a:pPr marL="0" indent="0">
              <a:buNone/>
            </a:pPr>
            <a:r>
              <a:rPr lang="en-US" sz="1100" dirty="0">
                <a:solidFill>
                  <a:srgbClr val="071A52"/>
                </a:solidFill>
              </a:rPr>
              <a:t>This action maps to the Business Partner POST API in SAP S/4HANA that creates new vendor master records.</a:t>
            </a:r>
            <a:endParaRPr lang="en-US" sz="1100" dirty="0"/>
          </a:p>
        </p:txBody>
      </p:sp>
      <p:pic>
        <p:nvPicPr>
          <p:cNvPr id="18" name="Picture 17">
            <a:extLst>
              <a:ext uri="{FF2B5EF4-FFF2-40B4-BE49-F238E27FC236}">
                <a16:creationId xmlns:a16="http://schemas.microsoft.com/office/drawing/2014/main" id="{936161C5-081F-0422-C3E4-543B0CB0AE5C}"/>
              </a:ext>
            </a:extLst>
          </p:cNvPr>
          <p:cNvPicPr>
            <a:picLocks noChangeAspect="1"/>
          </p:cNvPicPr>
          <p:nvPr/>
        </p:nvPicPr>
        <p:blipFill>
          <a:blip r:embed="rId3"/>
          <a:stretch>
            <a:fillRect/>
          </a:stretch>
        </p:blipFill>
        <p:spPr>
          <a:xfrm>
            <a:off x="365761" y="1842080"/>
            <a:ext cx="4389119" cy="18577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a Destination Variable</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11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Destination variable screen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Click to create a new Destination variable.</a:t>
            </a:r>
            <a:endParaRPr lang="en-US" sz="1100" dirty="0"/>
          </a:p>
          <a:p>
            <a:pPr marL="0" indent="0">
              <a:buNone/>
            </a:pPr>
            <a:endParaRPr lang="en-US" sz="1100" dirty="0"/>
          </a:p>
          <a:p>
            <a:pPr marL="0" indent="0">
              <a:buNone/>
            </a:pPr>
            <a:r>
              <a:rPr lang="en-US" sz="1100" dirty="0">
                <a:solidFill>
                  <a:srgbClr val="071A52"/>
                </a:solidFill>
              </a:rPr>
              <a:t>This variable will point to the SAP S/4HANA system where the vendor will be created.</a:t>
            </a:r>
            <a:endParaRPr lang="en-US" sz="1100" dirty="0"/>
          </a:p>
          <a:p>
            <a:pPr marL="0" indent="0">
              <a:buNone/>
            </a:pPr>
            <a:endParaRPr lang="en-US" sz="1100" dirty="0"/>
          </a:p>
          <a:p>
            <a:pPr marL="0" indent="0">
              <a:buNone/>
            </a:pPr>
            <a:endParaRPr lang="en-US" sz="1100" dirty="0"/>
          </a:p>
        </p:txBody>
      </p:sp>
      <p:pic>
        <p:nvPicPr>
          <p:cNvPr id="16" name="Picture 15">
            <a:extLst>
              <a:ext uri="{FF2B5EF4-FFF2-40B4-BE49-F238E27FC236}">
                <a16:creationId xmlns:a16="http://schemas.microsoft.com/office/drawing/2014/main" id="{D1A9853E-2D9F-8467-75CA-A91AC27CAD66}"/>
              </a:ext>
            </a:extLst>
          </p:cNvPr>
          <p:cNvPicPr>
            <a:picLocks noChangeAspect="1"/>
          </p:cNvPicPr>
          <p:nvPr/>
        </p:nvPicPr>
        <p:blipFill>
          <a:blip r:embed="rId3"/>
          <a:stretch>
            <a:fillRect/>
          </a:stretch>
        </p:blipFill>
        <p:spPr>
          <a:xfrm>
            <a:off x="365760" y="1774283"/>
            <a:ext cx="4389120" cy="18921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Enter Destination Details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12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Destination details form ]</a:t>
            </a:r>
            <a:endParaRPr lang="en-US" sz="1300" dirty="0"/>
          </a:p>
        </p:txBody>
      </p:sp>
      <p:sp>
        <p:nvSpPr>
          <p:cNvPr id="11" name="Shape 9"/>
          <p:cNvSpPr/>
          <p:nvPr/>
        </p:nvSpPr>
        <p:spPr>
          <a:xfrm>
            <a:off x="5029200" y="960120"/>
            <a:ext cx="3749040" cy="96012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96012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Identifier</a:t>
            </a:r>
            <a:endParaRPr lang="en-US" sz="1200" dirty="0"/>
          </a:p>
        </p:txBody>
      </p:sp>
      <p:sp>
        <p:nvSpPr>
          <p:cNvPr id="14" name="Text 12"/>
          <p:cNvSpPr/>
          <p:nvPr/>
        </p:nvSpPr>
        <p:spPr>
          <a:xfrm>
            <a:off x="5175504" y="1380744"/>
            <a:ext cx="3511296" cy="429768"/>
          </a:xfrm>
          <a:prstGeom prst="rect">
            <a:avLst/>
          </a:prstGeom>
          <a:noFill/>
          <a:ln/>
        </p:spPr>
        <p:txBody>
          <a:bodyPr wrap="square" lIns="0" tIns="0" rIns="0" bIns="0" rtlCol="0" anchor="t"/>
          <a:lstStyle/>
          <a:p>
            <a:pPr marL="0" indent="0">
              <a:buNone/>
            </a:pPr>
            <a:r>
              <a:rPr lang="en-US" sz="1100" dirty="0">
                <a:solidFill>
                  <a:srgbClr val="071A52"/>
                </a:solidFill>
              </a:rPr>
              <a:t>S4</a:t>
            </a:r>
            <a:endParaRPr lang="en-US" sz="1100" dirty="0"/>
          </a:p>
        </p:txBody>
      </p:sp>
      <p:sp>
        <p:nvSpPr>
          <p:cNvPr id="15" name="Shape 13"/>
          <p:cNvSpPr/>
          <p:nvPr/>
        </p:nvSpPr>
        <p:spPr>
          <a:xfrm>
            <a:off x="5029200" y="2039112"/>
            <a:ext cx="3749040" cy="96012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2039112"/>
            <a:ext cx="54864" cy="96012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148840"/>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Description</a:t>
            </a:r>
            <a:endParaRPr lang="en-US" sz="1200" dirty="0"/>
          </a:p>
        </p:txBody>
      </p:sp>
      <p:sp>
        <p:nvSpPr>
          <p:cNvPr id="18" name="Text 16"/>
          <p:cNvSpPr/>
          <p:nvPr/>
        </p:nvSpPr>
        <p:spPr>
          <a:xfrm>
            <a:off x="5175504" y="2459736"/>
            <a:ext cx="3511296" cy="429768"/>
          </a:xfrm>
          <a:prstGeom prst="rect">
            <a:avLst/>
          </a:prstGeom>
          <a:noFill/>
          <a:ln/>
        </p:spPr>
        <p:txBody>
          <a:bodyPr wrap="square" lIns="0" tIns="0" rIns="0" bIns="0" rtlCol="0" anchor="t"/>
          <a:lstStyle/>
          <a:p>
            <a:pPr marL="0" indent="0">
              <a:buNone/>
            </a:pPr>
            <a:r>
              <a:rPr lang="en-US" sz="1100" dirty="0">
                <a:solidFill>
                  <a:srgbClr val="071A52"/>
                </a:solidFill>
              </a:rPr>
              <a:t>S/4HANA</a:t>
            </a:r>
            <a:endParaRPr lang="en-US" sz="1100" dirty="0"/>
          </a:p>
        </p:txBody>
      </p:sp>
      <p:sp>
        <p:nvSpPr>
          <p:cNvPr id="19" name="Shape 17"/>
          <p:cNvSpPr/>
          <p:nvPr/>
        </p:nvSpPr>
        <p:spPr>
          <a:xfrm>
            <a:off x="5029200" y="3118104"/>
            <a:ext cx="3749040" cy="1362456"/>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0" name="Shape 18"/>
          <p:cNvSpPr/>
          <p:nvPr/>
        </p:nvSpPr>
        <p:spPr>
          <a:xfrm>
            <a:off x="5029200" y="3118104"/>
            <a:ext cx="54864" cy="1362456"/>
          </a:xfrm>
          <a:prstGeom prst="rect">
            <a:avLst/>
          </a:prstGeom>
          <a:solidFill>
            <a:srgbClr val="F0A500"/>
          </a:solidFill>
          <a:ln w="12700">
            <a:solidFill>
              <a:srgbClr val="F0A500"/>
            </a:solidFill>
            <a:prstDash val="solid"/>
          </a:ln>
        </p:spPr>
        <p:txBody>
          <a:bodyPr/>
          <a:lstStyle/>
          <a:p>
            <a:endParaRPr lang="en-SG"/>
          </a:p>
        </p:txBody>
      </p:sp>
      <p:sp>
        <p:nvSpPr>
          <p:cNvPr id="21" name="Text 19"/>
          <p:cNvSpPr/>
          <p:nvPr/>
        </p:nvSpPr>
        <p:spPr>
          <a:xfrm>
            <a:off x="5175504" y="3227832"/>
            <a:ext cx="3511296" cy="292608"/>
          </a:xfrm>
          <a:prstGeom prst="rect">
            <a:avLst/>
          </a:prstGeom>
          <a:noFill/>
          <a:ln/>
        </p:spPr>
        <p:txBody>
          <a:bodyPr wrap="square" lIns="0" tIns="0" rIns="0" bIns="0" rtlCol="0" anchor="ctr"/>
          <a:lstStyle/>
          <a:p>
            <a:pPr marL="0" indent="0">
              <a:buNone/>
            </a:pPr>
            <a:r>
              <a:rPr lang="en-US" sz="1200" b="1" dirty="0">
                <a:solidFill>
                  <a:srgbClr val="F0A500"/>
                </a:solidFill>
              </a:rPr>
              <a:t>Note</a:t>
            </a:r>
            <a:endParaRPr lang="en-US" sz="1200" dirty="0"/>
          </a:p>
        </p:txBody>
      </p:sp>
      <p:sp>
        <p:nvSpPr>
          <p:cNvPr id="22" name="Text 20"/>
          <p:cNvSpPr/>
          <p:nvPr/>
        </p:nvSpPr>
        <p:spPr>
          <a:xfrm>
            <a:off x="5175504" y="3538728"/>
            <a:ext cx="3511296" cy="832104"/>
          </a:xfrm>
          <a:prstGeom prst="rect">
            <a:avLst/>
          </a:prstGeom>
          <a:noFill/>
          <a:ln/>
        </p:spPr>
        <p:txBody>
          <a:bodyPr wrap="square" lIns="0" tIns="0" rIns="0" bIns="0" rtlCol="0" anchor="t"/>
          <a:lstStyle/>
          <a:p>
            <a:pPr marL="0" indent="0">
              <a:buNone/>
            </a:pPr>
            <a:r>
              <a:rPr lang="en-US" sz="1100" dirty="0">
                <a:solidFill>
                  <a:srgbClr val="071A52"/>
                </a:solidFill>
              </a:rPr>
              <a:t>This destination name (S4) will be used to route API calls to your SAP S/4HANA system. Ensure it matches the BTP destination.</a:t>
            </a:r>
            <a:endParaRPr lang="en-US" sz="1100" dirty="0"/>
          </a:p>
        </p:txBody>
      </p:sp>
      <p:pic>
        <p:nvPicPr>
          <p:cNvPr id="24" name="Picture 23">
            <a:extLst>
              <a:ext uri="{FF2B5EF4-FFF2-40B4-BE49-F238E27FC236}">
                <a16:creationId xmlns:a16="http://schemas.microsoft.com/office/drawing/2014/main" id="{357741D6-AB10-AAA8-F1DA-DF549EF166C8}"/>
              </a:ext>
            </a:extLst>
          </p:cNvPr>
          <p:cNvPicPr>
            <a:picLocks noChangeAspect="1"/>
          </p:cNvPicPr>
          <p:nvPr/>
        </p:nvPicPr>
        <p:blipFill>
          <a:blip r:embed="rId3"/>
          <a:stretch>
            <a:fillRect/>
          </a:stretch>
        </p:blipFill>
        <p:spPr>
          <a:xfrm>
            <a:off x="365760" y="1753688"/>
            <a:ext cx="4345429" cy="19150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Navigate to Inputs — Map Fields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13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Input mapping screen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Navigate to the Inputs tab within the Call Action block.</a:t>
            </a:r>
            <a:endParaRPr lang="en-US" sz="1100" dirty="0"/>
          </a:p>
          <a:p>
            <a:pPr marL="0" indent="0">
              <a:buNone/>
            </a:pPr>
            <a:endParaRPr lang="en-US" sz="1100" dirty="0"/>
          </a:p>
          <a:p>
            <a:pPr marL="0" indent="0">
              <a:buNone/>
            </a:pPr>
            <a:r>
              <a:rPr lang="en-US" sz="1100" dirty="0">
                <a:solidFill>
                  <a:srgbClr val="071A52"/>
                </a:solidFill>
              </a:rPr>
              <a:t>Here you will see the Action Inputs on one side and Skill Inputs on the other.</a:t>
            </a:r>
            <a:endParaRPr lang="en-US" sz="1100" dirty="0"/>
          </a:p>
          <a:p>
            <a:pPr marL="0" indent="0">
              <a:buNone/>
            </a:pPr>
            <a:endParaRPr lang="en-US" sz="1100" dirty="0"/>
          </a:p>
          <a:p>
            <a:pPr marL="0" indent="0">
              <a:buNone/>
            </a:pPr>
            <a:r>
              <a:rPr lang="en-US" sz="1100" dirty="0">
                <a:solidFill>
                  <a:srgbClr val="071A52"/>
                </a:solidFill>
              </a:rPr>
              <a:t>Map each Skill Input field to its corresponding Action Input field</a:t>
            </a:r>
          </a:p>
          <a:p>
            <a:pPr marL="0" indent="0">
              <a:buNone/>
            </a:pPr>
            <a:endParaRPr lang="en-US" sz="1100" dirty="0">
              <a:solidFill>
                <a:srgbClr val="071A52"/>
              </a:solidFill>
            </a:endParaRPr>
          </a:p>
          <a:p>
            <a:r>
              <a:rPr lang="en-US" sz="1100" dirty="0"/>
              <a:t>• </a:t>
            </a:r>
            <a:r>
              <a:rPr lang="en-US" sz="1100" dirty="0" err="1"/>
              <a:t>BusinessPartnerCategory</a:t>
            </a:r>
            <a:r>
              <a:rPr lang="en-US" sz="1100" dirty="0"/>
              <a:t>  →  </a:t>
            </a:r>
            <a:r>
              <a:rPr lang="en-US" sz="1100" dirty="0" err="1"/>
              <a:t>BusinessPartnerCategory</a:t>
            </a:r>
            <a:endParaRPr lang="en-US" sz="1100" dirty="0"/>
          </a:p>
          <a:p>
            <a:r>
              <a:rPr lang="en-US" sz="1100" dirty="0"/>
              <a:t>• </a:t>
            </a:r>
            <a:r>
              <a:rPr lang="en-US" sz="1100" dirty="0" err="1"/>
              <a:t>BusinessPartnerGrouping</a:t>
            </a:r>
            <a:r>
              <a:rPr lang="en-US" sz="1100" dirty="0"/>
              <a:t> →  </a:t>
            </a:r>
            <a:r>
              <a:rPr lang="en-US" sz="1100" dirty="0" err="1"/>
              <a:t>BusinessPartnerGrouping</a:t>
            </a:r>
            <a:endParaRPr lang="en-US" sz="1100" dirty="0"/>
          </a:p>
          <a:p>
            <a:r>
              <a:rPr lang="en-US" sz="1100" dirty="0"/>
              <a:t>• OrganizationBPName1  →  OrganizationBPName1</a:t>
            </a:r>
          </a:p>
          <a:p>
            <a:r>
              <a:rPr lang="en-US" sz="1100" dirty="0"/>
              <a:t>• (repeat for all remaining fields)</a:t>
            </a:r>
          </a:p>
          <a:p>
            <a:endParaRPr lang="en-US" sz="1100" dirty="0"/>
          </a:p>
        </p:txBody>
      </p:sp>
      <p:pic>
        <p:nvPicPr>
          <p:cNvPr id="16" name="Picture 15">
            <a:extLst>
              <a:ext uri="{FF2B5EF4-FFF2-40B4-BE49-F238E27FC236}">
                <a16:creationId xmlns:a16="http://schemas.microsoft.com/office/drawing/2014/main" id="{A2E3E0FA-7BF3-93F9-EC87-A2A7357727DB}"/>
              </a:ext>
            </a:extLst>
          </p:cNvPr>
          <p:cNvPicPr>
            <a:picLocks noChangeAspect="1"/>
          </p:cNvPicPr>
          <p:nvPr/>
        </p:nvPicPr>
        <p:blipFill>
          <a:blip r:embed="rId3"/>
          <a:stretch>
            <a:fillRect/>
          </a:stretch>
        </p:blipFill>
        <p:spPr>
          <a:xfrm>
            <a:off x="371445" y="1645920"/>
            <a:ext cx="4383435" cy="2265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Map Action Outputs to Skill Outputs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14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Output mapping ]</a:t>
            </a:r>
            <a:endParaRPr lang="en-US" sz="1300" dirty="0"/>
          </a:p>
        </p:txBody>
      </p:sp>
      <p:sp>
        <p:nvSpPr>
          <p:cNvPr id="11" name="Shape 9"/>
          <p:cNvSpPr/>
          <p:nvPr/>
        </p:nvSpPr>
        <p:spPr>
          <a:xfrm>
            <a:off x="5029200" y="960120"/>
            <a:ext cx="3749040" cy="27432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274320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212848"/>
          </a:xfrm>
          <a:prstGeom prst="rect">
            <a:avLst/>
          </a:prstGeom>
          <a:noFill/>
          <a:ln/>
        </p:spPr>
        <p:txBody>
          <a:bodyPr wrap="square" lIns="0" tIns="0" rIns="0" bIns="0" rtlCol="0" anchor="t"/>
          <a:lstStyle/>
          <a:p>
            <a:pPr marL="0" indent="0">
              <a:buNone/>
            </a:pPr>
            <a:r>
              <a:rPr lang="en-US" sz="1100" dirty="0">
                <a:solidFill>
                  <a:srgbClr val="071A52"/>
                </a:solidFill>
              </a:rPr>
              <a:t>Click the End</a:t>
            </a:r>
          </a:p>
          <a:p>
            <a:pPr marL="0" indent="0">
              <a:buNone/>
            </a:pPr>
            <a:endParaRPr lang="en-US" sz="1100" dirty="0"/>
          </a:p>
          <a:p>
            <a:pPr marL="0" indent="0">
              <a:buNone/>
            </a:pPr>
            <a:r>
              <a:rPr lang="en-US" sz="1100" dirty="0">
                <a:solidFill>
                  <a:srgbClr val="071A52"/>
                </a:solidFill>
              </a:rPr>
              <a:t>Map Action Outputs to the corresponding Skill Output fields:</a:t>
            </a:r>
            <a:endParaRPr lang="en-US" sz="1100" dirty="0"/>
          </a:p>
          <a:p>
            <a:pPr marL="0" indent="0">
              <a:buNone/>
            </a:pPr>
            <a:endParaRPr lang="en-US" sz="1100" dirty="0"/>
          </a:p>
          <a:p>
            <a:r>
              <a:rPr lang="en-US" sz="1100" dirty="0">
                <a:solidFill>
                  <a:srgbClr val="071A52"/>
                </a:solidFill>
              </a:rPr>
              <a:t>• </a:t>
            </a:r>
            <a:r>
              <a:rPr lang="en-US" sz="1100" dirty="0" err="1">
                <a:solidFill>
                  <a:srgbClr val="071A52"/>
                </a:solidFill>
              </a:rPr>
              <a:t>BusinessPartnerCategory</a:t>
            </a:r>
            <a:r>
              <a:rPr lang="en-US" sz="1100" dirty="0">
                <a:solidFill>
                  <a:srgbClr val="071A52"/>
                </a:solidFill>
              </a:rPr>
              <a:t>  →  </a:t>
            </a:r>
            <a:r>
              <a:rPr lang="en-US" sz="1100" dirty="0" err="1">
                <a:solidFill>
                  <a:srgbClr val="071A52"/>
                </a:solidFill>
              </a:rPr>
              <a:t>BusinessPartnerCategory</a:t>
            </a:r>
            <a:endParaRPr lang="en-US" sz="1100" dirty="0"/>
          </a:p>
          <a:p>
            <a:r>
              <a:rPr lang="en-US" sz="1100" dirty="0">
                <a:solidFill>
                  <a:srgbClr val="071A52"/>
                </a:solidFill>
              </a:rPr>
              <a:t>• </a:t>
            </a:r>
            <a:r>
              <a:rPr lang="en-US" sz="1100" dirty="0" err="1">
                <a:solidFill>
                  <a:srgbClr val="071A52"/>
                </a:solidFill>
              </a:rPr>
              <a:t>BusinessPartnerGrouping</a:t>
            </a:r>
            <a:r>
              <a:rPr lang="en-US" sz="1100" dirty="0">
                <a:solidFill>
                  <a:srgbClr val="071A52"/>
                </a:solidFill>
              </a:rPr>
              <a:t>  →  </a:t>
            </a:r>
            <a:r>
              <a:rPr lang="en-US" sz="1100" dirty="0" err="1">
                <a:solidFill>
                  <a:srgbClr val="071A52"/>
                </a:solidFill>
              </a:rPr>
              <a:t>BusinessPartnerGrouping</a:t>
            </a:r>
            <a:endParaRPr lang="en-US" sz="1100" dirty="0"/>
          </a:p>
          <a:p>
            <a:pPr marL="0" indent="0">
              <a:buNone/>
            </a:pPr>
            <a:r>
              <a:rPr lang="en-US" sz="1100" dirty="0">
                <a:solidFill>
                  <a:srgbClr val="071A52"/>
                </a:solidFill>
              </a:rPr>
              <a:t>• BusinessPartnerNo  →  </a:t>
            </a:r>
            <a:r>
              <a:rPr lang="en-US" sz="1100" dirty="0" err="1">
                <a:solidFill>
                  <a:srgbClr val="071A52"/>
                </a:solidFill>
              </a:rPr>
              <a:t>BusinessPartner</a:t>
            </a:r>
            <a:endParaRPr lang="en-US" sz="1100" dirty="0"/>
          </a:p>
          <a:p>
            <a:pPr marL="0" indent="0">
              <a:buNone/>
            </a:pPr>
            <a:r>
              <a:rPr lang="en-US" sz="1100" dirty="0">
                <a:solidFill>
                  <a:srgbClr val="071A52"/>
                </a:solidFill>
              </a:rPr>
              <a:t>• BusinessPartnerUUID  →  BusinessPartnerUUID</a:t>
            </a:r>
            <a:endParaRPr lang="en-US" sz="1100" dirty="0"/>
          </a:p>
          <a:p>
            <a:pPr marL="0" indent="0">
              <a:buNone/>
            </a:pPr>
            <a:r>
              <a:rPr lang="en-US" sz="1100" dirty="0">
                <a:solidFill>
                  <a:srgbClr val="071A52"/>
                </a:solidFill>
              </a:rPr>
              <a:t>• OrganizationBPName1  →  OrganizationBPName1</a:t>
            </a:r>
            <a:endParaRPr lang="en-US" sz="1100" dirty="0"/>
          </a:p>
          <a:p>
            <a:pPr marL="0" indent="0">
              <a:buNone/>
            </a:pPr>
            <a:r>
              <a:rPr lang="en-US" sz="1100" dirty="0">
                <a:solidFill>
                  <a:srgbClr val="071A52"/>
                </a:solidFill>
              </a:rPr>
              <a:t>• (repeat for all remaining fields)</a:t>
            </a:r>
            <a:endParaRPr lang="en-US" sz="1100" dirty="0"/>
          </a:p>
        </p:txBody>
      </p:sp>
      <p:sp>
        <p:nvSpPr>
          <p:cNvPr id="15" name="Shape 13"/>
          <p:cNvSpPr/>
          <p:nvPr/>
        </p:nvSpPr>
        <p:spPr>
          <a:xfrm>
            <a:off x="5029200" y="3822192"/>
            <a:ext cx="3749040" cy="658368"/>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3822192"/>
            <a:ext cx="54864" cy="658368"/>
          </a:xfrm>
          <a:prstGeom prst="rect">
            <a:avLst/>
          </a:prstGeom>
          <a:solidFill>
            <a:srgbClr val="107E3E"/>
          </a:solidFill>
          <a:ln w="12700">
            <a:solidFill>
              <a:srgbClr val="107E3E"/>
            </a:solidFill>
            <a:prstDash val="solid"/>
          </a:ln>
        </p:spPr>
        <p:txBody>
          <a:bodyPr/>
          <a:lstStyle/>
          <a:p>
            <a:endParaRPr lang="en-SG"/>
          </a:p>
        </p:txBody>
      </p:sp>
      <p:sp>
        <p:nvSpPr>
          <p:cNvPr id="17" name="Text 15"/>
          <p:cNvSpPr/>
          <p:nvPr/>
        </p:nvSpPr>
        <p:spPr>
          <a:xfrm>
            <a:off x="5175504" y="3931920"/>
            <a:ext cx="3511296" cy="292608"/>
          </a:xfrm>
          <a:prstGeom prst="rect">
            <a:avLst/>
          </a:prstGeom>
          <a:noFill/>
          <a:ln/>
        </p:spPr>
        <p:txBody>
          <a:bodyPr wrap="square" lIns="0" tIns="0" rIns="0" bIns="0" rtlCol="0" anchor="ctr"/>
          <a:lstStyle/>
          <a:p>
            <a:pPr marL="0" indent="0">
              <a:buNone/>
            </a:pPr>
            <a:r>
              <a:rPr lang="en-US" sz="1200" b="1" dirty="0">
                <a:solidFill>
                  <a:srgbClr val="107E3E"/>
                </a:solidFill>
              </a:rPr>
              <a:t>Final step</a:t>
            </a:r>
            <a:endParaRPr lang="en-US" sz="1200" dirty="0"/>
          </a:p>
        </p:txBody>
      </p:sp>
      <p:sp>
        <p:nvSpPr>
          <p:cNvPr id="18" name="Text 16"/>
          <p:cNvSpPr/>
          <p:nvPr/>
        </p:nvSpPr>
        <p:spPr>
          <a:xfrm>
            <a:off x="5175504" y="4242816"/>
            <a:ext cx="3511296" cy="128016"/>
          </a:xfrm>
          <a:prstGeom prst="rect">
            <a:avLst/>
          </a:prstGeom>
          <a:noFill/>
          <a:ln/>
        </p:spPr>
        <p:txBody>
          <a:bodyPr wrap="square" lIns="0" tIns="0" rIns="0" bIns="0" rtlCol="0" anchor="t"/>
          <a:lstStyle/>
          <a:p>
            <a:pPr marL="0" indent="0">
              <a:buNone/>
            </a:pPr>
            <a:r>
              <a:rPr lang="en-US" sz="1100" dirty="0">
                <a:solidFill>
                  <a:srgbClr val="071A52"/>
                </a:solidFill>
              </a:rPr>
              <a:t>Click Save once all mappings are done.</a:t>
            </a:r>
            <a:endParaRPr lang="en-US" sz="1100" dirty="0"/>
          </a:p>
        </p:txBody>
      </p:sp>
      <p:pic>
        <p:nvPicPr>
          <p:cNvPr id="20" name="Picture 19">
            <a:extLst>
              <a:ext uri="{FF2B5EF4-FFF2-40B4-BE49-F238E27FC236}">
                <a16:creationId xmlns:a16="http://schemas.microsoft.com/office/drawing/2014/main" id="{D99D9B81-0D3D-B5C6-9EEB-524BFA289E1E}"/>
              </a:ext>
            </a:extLst>
          </p:cNvPr>
          <p:cNvPicPr>
            <a:picLocks noChangeAspect="1"/>
          </p:cNvPicPr>
          <p:nvPr/>
        </p:nvPicPr>
        <p:blipFill>
          <a:blip r:embed="rId3"/>
          <a:stretch>
            <a:fillRect/>
          </a:stretch>
        </p:blipFill>
        <p:spPr>
          <a:xfrm>
            <a:off x="365760" y="1744920"/>
            <a:ext cx="4389120" cy="1958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Navigate to Overview</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15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Joule icon — Overview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r>
              <a:rPr lang="en-US" sz="1100" dirty="0">
                <a:solidFill>
                  <a:srgbClr val="071A52"/>
                </a:solidFill>
              </a:rPr>
              <a:t>Return to the main project Overview screen, where you can see all skills and agents.</a:t>
            </a:r>
          </a:p>
          <a:p>
            <a:pPr marL="0" indent="0">
              <a:buNone/>
            </a:pPr>
            <a:endParaRPr lang="en-US" sz="1100" dirty="0">
              <a:solidFill>
                <a:srgbClr val="071A52"/>
              </a:solidFill>
            </a:endParaRPr>
          </a:p>
          <a:p>
            <a:pPr marL="0" indent="0">
              <a:buNone/>
            </a:pPr>
            <a:r>
              <a:rPr lang="en-US" sz="1100" dirty="0">
                <a:solidFill>
                  <a:srgbClr val="071A52"/>
                </a:solidFill>
              </a:rPr>
              <a:t>Click the Joule icon in the top left corner of the screen, located next to the Overview label.</a:t>
            </a:r>
            <a:endParaRPr lang="en-US" sz="1100" dirty="0"/>
          </a:p>
          <a:p>
            <a:pPr marL="0" indent="0">
              <a:buNone/>
            </a:pPr>
            <a:endParaRPr lang="en-US" sz="1100" dirty="0"/>
          </a:p>
          <a:p>
            <a:pPr marL="0" indent="0">
              <a:buNone/>
            </a:pPr>
            <a:r>
              <a:rPr lang="en-US" sz="1100" dirty="0">
                <a:solidFill>
                  <a:srgbClr val="071A52"/>
                </a:solidFill>
              </a:rPr>
              <a:t>From here you will generate the Vendor Management Agent using a prompt.</a:t>
            </a:r>
            <a:endParaRPr lang="en-US" sz="1100" dirty="0"/>
          </a:p>
        </p:txBody>
      </p:sp>
      <p:pic>
        <p:nvPicPr>
          <p:cNvPr id="16" name="Picture 15">
            <a:extLst>
              <a:ext uri="{FF2B5EF4-FFF2-40B4-BE49-F238E27FC236}">
                <a16:creationId xmlns:a16="http://schemas.microsoft.com/office/drawing/2014/main" id="{85C229E5-F212-93DA-7D4A-0BD34947920F}"/>
              </a:ext>
            </a:extLst>
          </p:cNvPr>
          <p:cNvPicPr>
            <a:picLocks noChangeAspect="1"/>
          </p:cNvPicPr>
          <p:nvPr/>
        </p:nvPicPr>
        <p:blipFill>
          <a:blip r:embed="rId3"/>
          <a:stretch>
            <a:fillRect/>
          </a:stretch>
        </p:blipFill>
        <p:spPr>
          <a:xfrm>
            <a:off x="372770" y="1760562"/>
            <a:ext cx="4382110" cy="19195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Generate Vendor Management Agent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16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Text 7"/>
          <p:cNvSpPr/>
          <p:nvPr/>
        </p:nvSpPr>
        <p:spPr>
          <a:xfrm>
            <a:off x="365760" y="914400"/>
            <a:ext cx="8412480" cy="320040"/>
          </a:xfrm>
          <a:prstGeom prst="rect">
            <a:avLst/>
          </a:prstGeom>
          <a:noFill/>
          <a:ln/>
        </p:spPr>
        <p:txBody>
          <a:bodyPr wrap="square" lIns="0" tIns="0" rIns="0" bIns="0" rtlCol="0" anchor="ctr"/>
          <a:lstStyle/>
          <a:p>
            <a:pPr marL="0" indent="0">
              <a:buNone/>
            </a:pPr>
            <a:r>
              <a:rPr lang="en-US" sz="1200" dirty="0">
                <a:solidFill>
                  <a:srgbClr val="071A52"/>
                </a:solidFill>
              </a:rPr>
              <a:t>Use the following prompt in the Joule agent creation dialog:</a:t>
            </a:r>
            <a:endParaRPr lang="en-US" sz="1200" dirty="0"/>
          </a:p>
        </p:txBody>
      </p:sp>
      <p:sp>
        <p:nvSpPr>
          <p:cNvPr id="10" name="Shape 8"/>
          <p:cNvSpPr/>
          <p:nvPr/>
        </p:nvSpPr>
        <p:spPr>
          <a:xfrm>
            <a:off x="365760" y="1298448"/>
            <a:ext cx="8412480" cy="3337560"/>
          </a:xfrm>
          <a:prstGeom prst="rect">
            <a:avLst/>
          </a:prstGeom>
          <a:solidFill>
            <a:srgbClr val="F0F4FF"/>
          </a:solidFill>
          <a:ln w="19050">
            <a:solidFill>
              <a:srgbClr val="0070F2"/>
            </a:solidFill>
            <a:prstDash val="solid"/>
          </a:ln>
        </p:spPr>
        <p:txBody>
          <a:bodyPr/>
          <a:lstStyle/>
          <a:p>
            <a:endParaRPr lang="en-SG"/>
          </a:p>
        </p:txBody>
      </p:sp>
      <p:sp>
        <p:nvSpPr>
          <p:cNvPr id="11" name="Text 9"/>
          <p:cNvSpPr/>
          <p:nvPr/>
        </p:nvSpPr>
        <p:spPr>
          <a:xfrm>
            <a:off x="594360" y="1417320"/>
            <a:ext cx="7955280" cy="3090672"/>
          </a:xfrm>
          <a:prstGeom prst="rect">
            <a:avLst/>
          </a:prstGeom>
          <a:noFill/>
          <a:ln/>
        </p:spPr>
        <p:txBody>
          <a:bodyPr wrap="square" lIns="0" tIns="0" rIns="0" bIns="0" rtlCol="0" anchor="t"/>
          <a:lstStyle/>
          <a:p>
            <a:pPr marL="0" indent="0">
              <a:buNone/>
            </a:pPr>
            <a:r>
              <a:rPr lang="en-US" sz="1050" b="1" dirty="0">
                <a:solidFill>
                  <a:srgbClr val="071A52"/>
                </a:solidFill>
              </a:rPr>
              <a:t>Create a new Joule agent called Vendor Management Agent
</a:t>
            </a:r>
            <a:r>
              <a:rPr lang="en-US" sz="1050" dirty="0">
                <a:solidFill>
                  <a:srgbClr val="071A52"/>
                </a:solidFill>
              </a:rPr>
              <a:t>This agent manages vendor data in SAP S/4HANA using skill:
</a:t>
            </a:r>
            <a:r>
              <a:rPr lang="en-US" sz="1050" b="1" dirty="0">
                <a:solidFill>
                  <a:srgbClr val="071A52"/>
                </a:solidFill>
              </a:rPr>
              <a:t>Skill: </a:t>
            </a:r>
            <a:r>
              <a:rPr lang="en-US" sz="1050" b="1" dirty="0" err="1">
                <a:solidFill>
                  <a:srgbClr val="071A52"/>
                </a:solidFill>
              </a:rPr>
              <a:t>CreateVendor</a:t>
            </a:r>
            <a:r>
              <a:rPr lang="en-US" sz="1050" b="1" dirty="0">
                <a:solidFill>
                  <a:srgbClr val="071A52"/>
                </a:solidFill>
              </a:rPr>
              <a:t>: </a:t>
            </a:r>
            <a:r>
              <a:rPr lang="en-US" sz="1050" dirty="0">
                <a:solidFill>
                  <a:srgbClr val="071A52"/>
                </a:solidFill>
              </a:rPr>
              <a:t>Creates a new vendor by collecting OrganizationBPName1, BusinessPartnerCategory, and BusinessPartnerGrouping from the user, then calling the Create Supplier POST API
</a:t>
            </a:r>
            <a:r>
              <a:rPr lang="en-US" sz="1050" b="1" dirty="0">
                <a:solidFill>
                  <a:srgbClr val="071A52"/>
                </a:solidFill>
              </a:rPr>
              <a:t>Set the expertise to: </a:t>
            </a:r>
            <a:r>
              <a:rPr lang="en-US" sz="1050" dirty="0">
                <a:solidFill>
                  <a:srgbClr val="071A52"/>
                </a:solidFill>
              </a:rPr>
              <a:t>SAP Vendor Management Specialist responsible for creating vendor records using Business Partner API in SAP S/4HANA
</a:t>
            </a:r>
            <a:r>
              <a:rPr lang="en-US" sz="1050" b="1" dirty="0">
                <a:solidFill>
                  <a:srgbClr val="071A52"/>
                </a:solidFill>
              </a:rPr>
              <a:t>Set the instructions to: </a:t>
            </a:r>
            <a:r>
              <a:rPr lang="en-US" sz="1050" dirty="0">
                <a:solidFill>
                  <a:srgbClr val="071A52"/>
                </a:solidFill>
              </a:rPr>
              <a:t>Always confirm with the user before creating a vendor. Ask for missing required fields one at a time. Display vendor details in a structured format. Handle errors gracefully and inform the user clearly if an operation fails.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Vendor Management Agent Generated by Joule</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17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841248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841248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Generated Vendor Management Agent ]</a:t>
            </a:r>
            <a:endParaRPr lang="en-US" sz="1300" dirty="0"/>
          </a:p>
        </p:txBody>
      </p:sp>
      <p:pic>
        <p:nvPicPr>
          <p:cNvPr id="12" name="Picture 11">
            <a:extLst>
              <a:ext uri="{FF2B5EF4-FFF2-40B4-BE49-F238E27FC236}">
                <a16:creationId xmlns:a16="http://schemas.microsoft.com/office/drawing/2014/main" id="{2E231F37-7C08-A716-D7C8-C080C8FD6138}"/>
              </a:ext>
            </a:extLst>
          </p:cNvPr>
          <p:cNvPicPr>
            <a:picLocks noChangeAspect="1"/>
          </p:cNvPicPr>
          <p:nvPr/>
        </p:nvPicPr>
        <p:blipFill>
          <a:blip r:embed="rId3"/>
          <a:stretch>
            <a:fillRect/>
          </a:stretch>
        </p:blipFill>
        <p:spPr>
          <a:xfrm>
            <a:off x="663715" y="960120"/>
            <a:ext cx="7816570" cy="35204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Agent Configuration</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18 of 20</a:t>
            </a:r>
            <a:endParaRPr lang="en-US" sz="1100" dirty="0"/>
          </a:p>
        </p:txBody>
      </p:sp>
      <p:sp>
        <p:nvSpPr>
          <p:cNvPr id="6" name="Shape 4"/>
          <p:cNvSpPr/>
          <p:nvPr/>
        </p:nvSpPr>
        <p:spPr>
          <a:xfrm>
            <a:off x="0" y="811943"/>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LLM configuration panel ]</a:t>
            </a:r>
            <a:endParaRPr lang="en-US" sz="1300" dirty="0"/>
          </a:p>
        </p:txBody>
      </p:sp>
      <p:sp>
        <p:nvSpPr>
          <p:cNvPr id="11" name="Shape 9"/>
          <p:cNvSpPr/>
          <p:nvPr/>
        </p:nvSpPr>
        <p:spPr>
          <a:xfrm>
            <a:off x="5029200" y="960120"/>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91440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LLM Provider</a:t>
            </a:r>
            <a:endParaRPr lang="en-US" sz="1200" dirty="0"/>
          </a:p>
        </p:txBody>
      </p:sp>
      <p:sp>
        <p:nvSpPr>
          <p:cNvPr id="14" name="Text 12"/>
          <p:cNvSpPr/>
          <p:nvPr/>
        </p:nvSpPr>
        <p:spPr>
          <a:xfrm>
            <a:off x="5175504" y="1380744"/>
            <a:ext cx="3511296" cy="384048"/>
          </a:xfrm>
          <a:prstGeom prst="rect">
            <a:avLst/>
          </a:prstGeom>
          <a:noFill/>
          <a:ln/>
        </p:spPr>
        <p:txBody>
          <a:bodyPr wrap="square" lIns="0" tIns="0" rIns="0" bIns="0" rtlCol="0" anchor="t"/>
          <a:lstStyle/>
          <a:p>
            <a:pPr marL="0" indent="0">
              <a:buNone/>
            </a:pPr>
            <a:r>
              <a:rPr lang="en-US" sz="1100" dirty="0">
                <a:solidFill>
                  <a:srgbClr val="071A52"/>
                </a:solidFill>
              </a:rPr>
              <a:t>Change the LLM provider to Claude</a:t>
            </a:r>
            <a:endParaRPr lang="en-US" sz="1100" dirty="0"/>
          </a:p>
        </p:txBody>
      </p:sp>
      <p:sp>
        <p:nvSpPr>
          <p:cNvPr id="15" name="Shape 13"/>
          <p:cNvSpPr/>
          <p:nvPr/>
        </p:nvSpPr>
        <p:spPr>
          <a:xfrm>
            <a:off x="5029200" y="1993392"/>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1993392"/>
            <a:ext cx="54864" cy="91440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103120"/>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Model Selection</a:t>
            </a:r>
            <a:endParaRPr lang="en-US" sz="1200" dirty="0"/>
          </a:p>
        </p:txBody>
      </p:sp>
      <p:sp>
        <p:nvSpPr>
          <p:cNvPr id="18" name="Text 16"/>
          <p:cNvSpPr/>
          <p:nvPr/>
        </p:nvSpPr>
        <p:spPr>
          <a:xfrm>
            <a:off x="5175504" y="2414016"/>
            <a:ext cx="3511296" cy="384048"/>
          </a:xfrm>
          <a:prstGeom prst="rect">
            <a:avLst/>
          </a:prstGeom>
          <a:noFill/>
          <a:ln/>
        </p:spPr>
        <p:txBody>
          <a:bodyPr wrap="square" lIns="0" tIns="0" rIns="0" bIns="0" rtlCol="0" anchor="t"/>
          <a:lstStyle/>
          <a:p>
            <a:pPr marL="0" indent="0">
              <a:buNone/>
            </a:pPr>
            <a:r>
              <a:rPr lang="en-US" sz="1100" dirty="0">
                <a:solidFill>
                  <a:srgbClr val="071A52"/>
                </a:solidFill>
              </a:rPr>
              <a:t>Select Claude Sonnet 4 as both the Response and Planning model</a:t>
            </a:r>
            <a:endParaRPr lang="en-US" sz="1100" dirty="0"/>
          </a:p>
        </p:txBody>
      </p:sp>
      <p:sp>
        <p:nvSpPr>
          <p:cNvPr id="19" name="Shape 17"/>
          <p:cNvSpPr/>
          <p:nvPr/>
        </p:nvSpPr>
        <p:spPr>
          <a:xfrm>
            <a:off x="5029200" y="3026664"/>
            <a:ext cx="3749040" cy="704088"/>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0" name="Shape 18"/>
          <p:cNvSpPr/>
          <p:nvPr/>
        </p:nvSpPr>
        <p:spPr>
          <a:xfrm>
            <a:off x="5029200" y="3026664"/>
            <a:ext cx="54864" cy="704088"/>
          </a:xfrm>
          <a:prstGeom prst="rect">
            <a:avLst/>
          </a:prstGeom>
          <a:solidFill>
            <a:srgbClr val="F0A500"/>
          </a:solidFill>
          <a:ln w="12700">
            <a:solidFill>
              <a:srgbClr val="F0A500"/>
            </a:solidFill>
            <a:prstDash val="solid"/>
          </a:ln>
        </p:spPr>
        <p:txBody>
          <a:bodyPr/>
          <a:lstStyle/>
          <a:p>
            <a:endParaRPr lang="en-SG"/>
          </a:p>
        </p:txBody>
      </p:sp>
      <p:sp>
        <p:nvSpPr>
          <p:cNvPr id="21" name="Text 19"/>
          <p:cNvSpPr/>
          <p:nvPr/>
        </p:nvSpPr>
        <p:spPr>
          <a:xfrm>
            <a:off x="5175504" y="3136392"/>
            <a:ext cx="3511296" cy="292608"/>
          </a:xfrm>
          <a:prstGeom prst="rect">
            <a:avLst/>
          </a:prstGeom>
          <a:noFill/>
          <a:ln/>
        </p:spPr>
        <p:txBody>
          <a:bodyPr wrap="square" lIns="0" tIns="0" rIns="0" bIns="0" rtlCol="0" anchor="ctr"/>
          <a:lstStyle/>
          <a:p>
            <a:pPr marL="0" indent="0">
              <a:buNone/>
            </a:pPr>
            <a:r>
              <a:rPr lang="en-US" sz="1200" b="1" dirty="0">
                <a:solidFill>
                  <a:srgbClr val="F0A500"/>
                </a:solidFill>
              </a:rPr>
              <a:t>Thinking Steps</a:t>
            </a:r>
            <a:endParaRPr lang="en-US" sz="1200" dirty="0"/>
          </a:p>
        </p:txBody>
      </p:sp>
      <p:sp>
        <p:nvSpPr>
          <p:cNvPr id="22" name="Text 20"/>
          <p:cNvSpPr/>
          <p:nvPr/>
        </p:nvSpPr>
        <p:spPr>
          <a:xfrm>
            <a:off x="5175504" y="3447288"/>
            <a:ext cx="3511296" cy="384048"/>
          </a:xfrm>
          <a:prstGeom prst="rect">
            <a:avLst/>
          </a:prstGeom>
          <a:noFill/>
          <a:ln/>
        </p:spPr>
        <p:txBody>
          <a:bodyPr wrap="square" lIns="0" tIns="0" rIns="0" bIns="0" rtlCol="0" anchor="t"/>
          <a:lstStyle/>
          <a:p>
            <a:pPr marL="0" indent="0">
              <a:buNone/>
            </a:pPr>
            <a:r>
              <a:rPr lang="en-US" sz="1100" dirty="0">
                <a:solidFill>
                  <a:srgbClr val="071A52"/>
                </a:solidFill>
              </a:rPr>
              <a:t>Set Maximum Number of Thinking Steps to 80</a:t>
            </a:r>
            <a:endParaRPr lang="en-US" sz="1100" dirty="0"/>
          </a:p>
        </p:txBody>
      </p:sp>
      <p:sp>
        <p:nvSpPr>
          <p:cNvPr id="23" name="Shape 21"/>
          <p:cNvSpPr/>
          <p:nvPr/>
        </p:nvSpPr>
        <p:spPr>
          <a:xfrm>
            <a:off x="5029200" y="3840480"/>
            <a:ext cx="3749040" cy="64008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4" name="Shape 22"/>
          <p:cNvSpPr/>
          <p:nvPr/>
        </p:nvSpPr>
        <p:spPr>
          <a:xfrm>
            <a:off x="5029200" y="3840480"/>
            <a:ext cx="54864" cy="640080"/>
          </a:xfrm>
          <a:prstGeom prst="rect">
            <a:avLst/>
          </a:prstGeom>
          <a:solidFill>
            <a:srgbClr val="107E3E"/>
          </a:solidFill>
          <a:ln w="12700">
            <a:solidFill>
              <a:srgbClr val="107E3E"/>
            </a:solidFill>
            <a:prstDash val="solid"/>
          </a:ln>
        </p:spPr>
        <p:txBody>
          <a:bodyPr/>
          <a:lstStyle/>
          <a:p>
            <a:endParaRPr lang="en-SG"/>
          </a:p>
        </p:txBody>
      </p:sp>
      <p:sp>
        <p:nvSpPr>
          <p:cNvPr id="25" name="Text 23"/>
          <p:cNvSpPr/>
          <p:nvPr/>
        </p:nvSpPr>
        <p:spPr>
          <a:xfrm>
            <a:off x="5175504" y="3807676"/>
            <a:ext cx="3511296" cy="445273"/>
          </a:xfrm>
          <a:prstGeom prst="rect">
            <a:avLst/>
          </a:prstGeom>
          <a:noFill/>
          <a:ln/>
        </p:spPr>
        <p:txBody>
          <a:bodyPr wrap="square" lIns="0" tIns="0" rIns="0" bIns="0" rtlCol="0" anchor="ctr"/>
          <a:lstStyle/>
          <a:p>
            <a:pPr marL="0" indent="0">
              <a:buNone/>
            </a:pPr>
            <a:r>
              <a:rPr lang="en-US" sz="1200" b="1" dirty="0">
                <a:solidFill>
                  <a:srgbClr val="107E3E"/>
                </a:solidFill>
              </a:rPr>
              <a:t>Save</a:t>
            </a:r>
            <a:endParaRPr lang="en-US" sz="1200" dirty="0"/>
          </a:p>
        </p:txBody>
      </p:sp>
      <p:sp>
        <p:nvSpPr>
          <p:cNvPr id="26" name="Text 24"/>
          <p:cNvSpPr/>
          <p:nvPr/>
        </p:nvSpPr>
        <p:spPr>
          <a:xfrm>
            <a:off x="5175504" y="4194124"/>
            <a:ext cx="3511296" cy="0"/>
          </a:xfrm>
          <a:prstGeom prst="rect">
            <a:avLst/>
          </a:prstGeom>
          <a:noFill/>
          <a:ln/>
        </p:spPr>
        <p:txBody>
          <a:bodyPr wrap="square" lIns="0" tIns="0" rIns="0" bIns="0" rtlCol="0" anchor="t"/>
          <a:lstStyle/>
          <a:p>
            <a:pPr marL="0" indent="0">
              <a:buNone/>
            </a:pPr>
            <a:r>
              <a:rPr lang="en-US" sz="1100" dirty="0">
                <a:solidFill>
                  <a:srgbClr val="071A52"/>
                </a:solidFill>
              </a:rPr>
              <a:t>Click Save after configuring all settings.</a:t>
            </a:r>
            <a:endParaRPr lang="en-US" sz="1100" dirty="0"/>
          </a:p>
        </p:txBody>
      </p:sp>
      <p:pic>
        <p:nvPicPr>
          <p:cNvPr id="28" name="Picture 27">
            <a:extLst>
              <a:ext uri="{FF2B5EF4-FFF2-40B4-BE49-F238E27FC236}">
                <a16:creationId xmlns:a16="http://schemas.microsoft.com/office/drawing/2014/main" id="{5224991B-D133-D91D-5885-FDAB20E93A87}"/>
              </a:ext>
            </a:extLst>
          </p:cNvPr>
          <p:cNvPicPr>
            <a:picLocks noChangeAspect="1"/>
          </p:cNvPicPr>
          <p:nvPr/>
        </p:nvPicPr>
        <p:blipFill>
          <a:blip r:embed="rId3"/>
          <a:stretch>
            <a:fillRect/>
          </a:stretch>
        </p:blipFill>
        <p:spPr>
          <a:xfrm>
            <a:off x="401371" y="1697553"/>
            <a:ext cx="4317897" cy="20455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Test Your Agent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19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Test button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0070F2"/>
          </a:solidFill>
          <a:ln w="12700">
            <a:solidFill>
              <a:srgbClr val="0070F2"/>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Click the green Test button to open the test panel.</a:t>
            </a:r>
            <a:endParaRPr lang="en-US" sz="1100" dirty="0"/>
          </a:p>
          <a:p>
            <a:pPr marL="0" indent="0">
              <a:buNone/>
            </a:pPr>
            <a:endParaRPr lang="en-US" sz="1100" dirty="0"/>
          </a:p>
          <a:p>
            <a:pPr marL="0" indent="0">
              <a:buNone/>
            </a:pPr>
            <a:r>
              <a:rPr lang="en-US" sz="1100" dirty="0">
                <a:solidFill>
                  <a:srgbClr val="071A52"/>
                </a:solidFill>
              </a:rPr>
              <a:t>Note: Testing the agent requires a connected SAP S/4HANA environment to be configured.</a:t>
            </a:r>
            <a:endParaRPr lang="en-US" sz="1100" dirty="0"/>
          </a:p>
        </p:txBody>
      </p:sp>
      <p:pic>
        <p:nvPicPr>
          <p:cNvPr id="18" name="Picture 17">
            <a:extLst>
              <a:ext uri="{FF2B5EF4-FFF2-40B4-BE49-F238E27FC236}">
                <a16:creationId xmlns:a16="http://schemas.microsoft.com/office/drawing/2014/main" id="{C7EFBE9A-67B4-479B-5A72-A1F6407AD918}"/>
              </a:ext>
            </a:extLst>
          </p:cNvPr>
          <p:cNvPicPr>
            <a:picLocks noChangeAspect="1"/>
          </p:cNvPicPr>
          <p:nvPr/>
        </p:nvPicPr>
        <p:blipFill>
          <a:blip r:embed="rId3"/>
          <a:stretch>
            <a:fillRect/>
          </a:stretch>
        </p:blipFill>
        <p:spPr>
          <a:xfrm>
            <a:off x="365760" y="1822662"/>
            <a:ext cx="4407408" cy="18715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0F2"/>
          </a:solidFill>
          <a:ln w="12700">
            <a:solidFill>
              <a:srgbClr val="0070F2"/>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a Vendor with Joule</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20 of 20</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Joule Studio</a:t>
            </a:r>
            <a:endParaRPr lang="en-US" sz="800" dirty="0"/>
          </a:p>
        </p:txBody>
      </p:sp>
      <p:sp>
        <p:nvSpPr>
          <p:cNvPr id="9" name="Text 7"/>
          <p:cNvSpPr/>
          <p:nvPr/>
        </p:nvSpPr>
        <p:spPr>
          <a:xfrm>
            <a:off x="365760" y="914400"/>
            <a:ext cx="8412480" cy="320040"/>
          </a:xfrm>
          <a:prstGeom prst="rect">
            <a:avLst/>
          </a:prstGeom>
          <a:noFill/>
          <a:ln/>
        </p:spPr>
        <p:txBody>
          <a:bodyPr wrap="square" lIns="0" tIns="0" rIns="0" bIns="0" rtlCol="0" anchor="ctr"/>
          <a:lstStyle/>
          <a:p>
            <a:pPr marL="0" indent="0">
              <a:buNone/>
            </a:pPr>
            <a:r>
              <a:rPr lang="en-US" sz="1200" dirty="0">
                <a:solidFill>
                  <a:srgbClr val="071A52"/>
                </a:solidFill>
              </a:rPr>
              <a:t>Use the following prompt in the Joule agent test panel:</a:t>
            </a:r>
            <a:endParaRPr lang="en-US" sz="1200" dirty="0"/>
          </a:p>
        </p:txBody>
      </p:sp>
      <p:sp>
        <p:nvSpPr>
          <p:cNvPr id="12" name="Shape 10"/>
          <p:cNvSpPr/>
          <p:nvPr/>
        </p:nvSpPr>
        <p:spPr>
          <a:xfrm>
            <a:off x="4846320" y="1298448"/>
            <a:ext cx="3931920" cy="333756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3" name="Shape 11"/>
          <p:cNvSpPr/>
          <p:nvPr/>
        </p:nvSpPr>
        <p:spPr>
          <a:xfrm>
            <a:off x="4846320" y="1298448"/>
            <a:ext cx="54864" cy="3337560"/>
          </a:xfrm>
          <a:prstGeom prst="rect">
            <a:avLst/>
          </a:prstGeom>
          <a:solidFill>
            <a:srgbClr val="107E3E"/>
          </a:solidFill>
          <a:ln w="12700">
            <a:solidFill>
              <a:srgbClr val="107E3E"/>
            </a:solidFill>
            <a:prstDash val="solid"/>
          </a:ln>
        </p:spPr>
        <p:txBody>
          <a:bodyPr/>
          <a:lstStyle/>
          <a:p>
            <a:endParaRPr lang="en-SG"/>
          </a:p>
        </p:txBody>
      </p:sp>
      <p:sp>
        <p:nvSpPr>
          <p:cNvPr id="14" name="Text 12"/>
          <p:cNvSpPr/>
          <p:nvPr/>
        </p:nvSpPr>
        <p:spPr>
          <a:xfrm>
            <a:off x="4992624" y="1408176"/>
            <a:ext cx="3694176" cy="292608"/>
          </a:xfrm>
          <a:prstGeom prst="rect">
            <a:avLst/>
          </a:prstGeom>
          <a:noFill/>
          <a:ln/>
        </p:spPr>
        <p:txBody>
          <a:bodyPr wrap="square" lIns="0" tIns="0" rIns="0" bIns="0" rtlCol="0" anchor="ctr"/>
          <a:lstStyle/>
          <a:p>
            <a:pPr marL="0" indent="0">
              <a:buNone/>
            </a:pPr>
            <a:r>
              <a:rPr lang="en-US" sz="1200" b="1" dirty="0">
                <a:solidFill>
                  <a:srgbClr val="107E3E"/>
                </a:solidFill>
              </a:rPr>
              <a:t>Expected Result</a:t>
            </a:r>
            <a:endParaRPr lang="en-US" sz="1200" dirty="0"/>
          </a:p>
        </p:txBody>
      </p:sp>
      <p:sp>
        <p:nvSpPr>
          <p:cNvPr id="15" name="Text 13"/>
          <p:cNvSpPr/>
          <p:nvPr/>
        </p:nvSpPr>
        <p:spPr>
          <a:xfrm>
            <a:off x="4992624" y="1719072"/>
            <a:ext cx="3694176" cy="2807208"/>
          </a:xfrm>
          <a:prstGeom prst="rect">
            <a:avLst/>
          </a:prstGeom>
          <a:noFill/>
          <a:ln/>
        </p:spPr>
        <p:txBody>
          <a:bodyPr wrap="square" lIns="0" tIns="0" rIns="0" bIns="0" rtlCol="0" anchor="t"/>
          <a:lstStyle/>
          <a:p>
            <a:pPr marL="0" indent="0">
              <a:buNone/>
            </a:pPr>
            <a:r>
              <a:rPr lang="en-US" sz="1100" dirty="0">
                <a:solidFill>
                  <a:srgbClr val="071A52"/>
                </a:solidFill>
              </a:rPr>
              <a:t>The agent should:</a:t>
            </a:r>
            <a:endParaRPr lang="en-US" sz="1100" dirty="0"/>
          </a:p>
          <a:p>
            <a:pPr marL="0" indent="0">
              <a:buNone/>
            </a:pPr>
            <a:endParaRPr lang="en-US" sz="1100" dirty="0"/>
          </a:p>
          <a:p>
            <a:pPr marL="0" indent="0">
              <a:buNone/>
            </a:pPr>
            <a:r>
              <a:rPr lang="en-US" sz="1100" dirty="0">
                <a:solidFill>
                  <a:srgbClr val="071A52"/>
                </a:solidFill>
              </a:rPr>
              <a:t>1.  Confirm the details with you before proceeding</a:t>
            </a:r>
            <a:endParaRPr lang="en-US" sz="1100" dirty="0"/>
          </a:p>
          <a:p>
            <a:pPr marL="0" indent="0">
              <a:buNone/>
            </a:pPr>
            <a:r>
              <a:rPr lang="en-US" sz="1100" dirty="0">
                <a:solidFill>
                  <a:srgbClr val="071A52"/>
                </a:solidFill>
              </a:rPr>
              <a:t>2.  Call the CreateVendor skill with the provided inputs</a:t>
            </a:r>
            <a:endParaRPr lang="en-US" sz="1100" dirty="0"/>
          </a:p>
          <a:p>
            <a:pPr marL="0" indent="0">
              <a:buNone/>
            </a:pPr>
            <a:r>
              <a:rPr lang="en-US" sz="1100" dirty="0">
                <a:solidFill>
                  <a:srgbClr val="071A52"/>
                </a:solidFill>
              </a:rPr>
              <a:t>3.  Return the newly created Business Partner (BP) number</a:t>
            </a:r>
            <a:endParaRPr lang="en-US" sz="1100" dirty="0"/>
          </a:p>
          <a:p>
            <a:pPr marL="228600" indent="-228600">
              <a:buAutoNum type="arabicPeriod" startAt="4"/>
            </a:pPr>
            <a:r>
              <a:rPr lang="en-US" sz="1100" dirty="0">
                <a:solidFill>
                  <a:srgbClr val="071A52"/>
                </a:solidFill>
              </a:rPr>
              <a:t>Display vendor details in a structured format</a:t>
            </a:r>
          </a:p>
          <a:p>
            <a:pPr marL="228600" indent="-228600">
              <a:buAutoNum type="arabicPeriod" startAt="4"/>
            </a:pPr>
            <a:endParaRPr lang="en-US" sz="1100" dirty="0">
              <a:solidFill>
                <a:srgbClr val="071A52"/>
              </a:solidFill>
            </a:endParaRPr>
          </a:p>
          <a:p>
            <a:r>
              <a:rPr lang="en-US" sz="1100" dirty="0"/>
              <a:t>Create a vendor with the following details and provide the BP number after creation</a:t>
            </a:r>
          </a:p>
          <a:p>
            <a:r>
              <a:rPr lang="en-US" sz="1100" dirty="0" err="1"/>
              <a:t>BusinessPartnerCategory</a:t>
            </a:r>
            <a:r>
              <a:rPr lang="en-US" sz="1100" dirty="0"/>
              <a:t>: 2</a:t>
            </a:r>
          </a:p>
          <a:p>
            <a:r>
              <a:rPr lang="en-US" sz="1100" dirty="0" err="1"/>
              <a:t>BusinessPartnerGrouping</a:t>
            </a:r>
            <a:r>
              <a:rPr lang="en-US" sz="1100" dirty="0"/>
              <a:t>: BP02</a:t>
            </a:r>
          </a:p>
          <a:p>
            <a:r>
              <a:rPr lang="en-US" sz="1100" dirty="0"/>
              <a:t>OrganizationBPName1: </a:t>
            </a:r>
            <a:r>
              <a:rPr lang="en-US" sz="1100" dirty="0" err="1"/>
              <a:t>Anyname</a:t>
            </a:r>
            <a:endParaRPr lang="en-US" sz="1100" dirty="0"/>
          </a:p>
          <a:p>
            <a:r>
              <a:rPr lang="en-US" sz="1100" dirty="0"/>
              <a:t>OrganizationBPName2: Singapore</a:t>
            </a:r>
          </a:p>
          <a:p>
            <a:r>
              <a:rPr lang="en-US" sz="1100" dirty="0"/>
              <a:t>OrganizationBPName3: test</a:t>
            </a:r>
          </a:p>
          <a:p>
            <a:r>
              <a:rPr lang="en-US" sz="1100" dirty="0"/>
              <a:t>OrganizationBPName4: test</a:t>
            </a:r>
          </a:p>
          <a:p>
            <a:endParaRPr lang="en-US" sz="1100" dirty="0"/>
          </a:p>
        </p:txBody>
      </p:sp>
      <p:sp>
        <p:nvSpPr>
          <p:cNvPr id="16" name="Shape 7">
            <a:extLst>
              <a:ext uri="{FF2B5EF4-FFF2-40B4-BE49-F238E27FC236}">
                <a16:creationId xmlns:a16="http://schemas.microsoft.com/office/drawing/2014/main" id="{8716BB01-ADB1-524B-7350-BA1C46301557}"/>
              </a:ext>
            </a:extLst>
          </p:cNvPr>
          <p:cNvSpPr/>
          <p:nvPr/>
        </p:nvSpPr>
        <p:spPr>
          <a:xfrm>
            <a:off x="365760" y="1298448"/>
            <a:ext cx="4389120" cy="333756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pic>
        <p:nvPicPr>
          <p:cNvPr id="18" name="Picture 17">
            <a:extLst>
              <a:ext uri="{FF2B5EF4-FFF2-40B4-BE49-F238E27FC236}">
                <a16:creationId xmlns:a16="http://schemas.microsoft.com/office/drawing/2014/main" id="{3B0BA0C3-9418-12F1-0050-1D0CBE3E848E}"/>
              </a:ext>
            </a:extLst>
          </p:cNvPr>
          <p:cNvPicPr>
            <a:picLocks noChangeAspect="1"/>
          </p:cNvPicPr>
          <p:nvPr/>
        </p:nvPicPr>
        <p:blipFill>
          <a:blip r:embed="rId3"/>
          <a:stretch>
            <a:fillRect/>
          </a:stretch>
        </p:blipFill>
        <p:spPr>
          <a:xfrm>
            <a:off x="365760" y="1874960"/>
            <a:ext cx="4359460" cy="21461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7E3E"/>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FFFFFF">
              <a:alpha val="15000"/>
            </a:srgbClr>
          </a:solidFill>
          <a:ln w="12700">
            <a:solidFill>
              <a:srgbClr val="FFFFFF"/>
            </a:solidFill>
            <a:prstDash val="solid"/>
          </a:ln>
        </p:spPr>
        <p:txBody>
          <a:bodyPr/>
          <a:lstStyle/>
          <a:p>
            <a:endParaRPr lang="en-SG"/>
          </a:p>
        </p:txBody>
      </p:sp>
      <p:sp>
        <p:nvSpPr>
          <p:cNvPr id="3" name="Shape 1"/>
          <p:cNvSpPr/>
          <p:nvPr/>
        </p:nvSpPr>
        <p:spPr>
          <a:xfrm>
            <a:off x="7498080" y="3200400"/>
            <a:ext cx="2286000" cy="2286000"/>
          </a:xfrm>
          <a:prstGeom prst="ellipse">
            <a:avLst/>
          </a:prstGeom>
          <a:solidFill>
            <a:srgbClr val="FFFFFF">
              <a:alpha val="12000"/>
            </a:srgbClr>
          </a:solidFill>
          <a:ln w="12700">
            <a:solidFill>
              <a:srgbClr val="FFFFFF"/>
            </a:solidFill>
            <a:prstDash val="solid"/>
          </a:ln>
        </p:spPr>
        <p:txBody>
          <a:bodyPr/>
          <a:lstStyle/>
          <a:p>
            <a:endParaRPr lang="en-SG"/>
          </a:p>
        </p:txBody>
      </p:sp>
      <p:sp>
        <p:nvSpPr>
          <p:cNvPr id="4" name="Text 2"/>
          <p:cNvSpPr/>
          <p:nvPr/>
        </p:nvSpPr>
        <p:spPr>
          <a:xfrm>
            <a:off x="640080" y="1005840"/>
            <a:ext cx="6583680" cy="914400"/>
          </a:xfrm>
          <a:prstGeom prst="rect">
            <a:avLst/>
          </a:prstGeom>
          <a:noFill/>
          <a:ln/>
        </p:spPr>
        <p:txBody>
          <a:bodyPr wrap="square" lIns="0" tIns="0" rIns="0" bIns="0" rtlCol="0" anchor="ctr"/>
          <a:lstStyle/>
          <a:p>
            <a:pPr marL="0" indent="0">
              <a:buNone/>
            </a:pPr>
            <a:r>
              <a:rPr lang="en-US" sz="4000" b="1" dirty="0">
                <a:solidFill>
                  <a:srgbClr val="FFFFFF"/>
                </a:solidFill>
              </a:rPr>
              <a:t>SAP Document AI</a:t>
            </a:r>
            <a:endParaRPr lang="en-US" sz="4000" dirty="0"/>
          </a:p>
        </p:txBody>
      </p:sp>
      <p:sp>
        <p:nvSpPr>
          <p:cNvPr id="5" name="Text 3"/>
          <p:cNvSpPr/>
          <p:nvPr/>
        </p:nvSpPr>
        <p:spPr>
          <a:xfrm>
            <a:off x="640080" y="1993392"/>
            <a:ext cx="6400800" cy="457200"/>
          </a:xfrm>
          <a:prstGeom prst="rect">
            <a:avLst/>
          </a:prstGeom>
          <a:noFill/>
          <a:ln/>
        </p:spPr>
        <p:txBody>
          <a:bodyPr wrap="square" lIns="0" tIns="0" rIns="0" bIns="0" rtlCol="0" anchor="ctr"/>
          <a:lstStyle/>
          <a:p>
            <a:pPr marL="0" indent="0">
              <a:buNone/>
            </a:pPr>
            <a:r>
              <a:rPr lang="en-US" sz="1800" dirty="0">
                <a:solidFill>
                  <a:srgbClr val="FFFFFF"/>
                </a:solidFill>
              </a:rPr>
              <a:t>Hands-On Workshop</a:t>
            </a:r>
            <a:endParaRPr lang="en-US" sz="1800" dirty="0"/>
          </a:p>
        </p:txBody>
      </p:sp>
      <p:sp>
        <p:nvSpPr>
          <p:cNvPr id="6" name="Shape 4"/>
          <p:cNvSpPr/>
          <p:nvPr/>
        </p:nvSpPr>
        <p:spPr>
          <a:xfrm>
            <a:off x="640080" y="2560320"/>
            <a:ext cx="2560320" cy="45720"/>
          </a:xfrm>
          <a:prstGeom prst="rect">
            <a:avLst/>
          </a:prstGeom>
          <a:solidFill>
            <a:srgbClr val="F0A500"/>
          </a:solidFill>
          <a:ln w="12700">
            <a:solidFill>
              <a:srgbClr val="F0A500"/>
            </a:solidFill>
            <a:prstDash val="solid"/>
          </a:ln>
        </p:spPr>
        <p:txBody>
          <a:bodyPr/>
          <a:lstStyle/>
          <a:p>
            <a:endParaRPr lang="en-SG"/>
          </a:p>
        </p:txBody>
      </p:sp>
      <p:sp>
        <p:nvSpPr>
          <p:cNvPr id="7" name="Text 5"/>
          <p:cNvSpPr/>
          <p:nvPr/>
        </p:nvSpPr>
        <p:spPr>
          <a:xfrm>
            <a:off x="640080" y="2697480"/>
            <a:ext cx="4572000" cy="365760"/>
          </a:xfrm>
          <a:prstGeom prst="rect">
            <a:avLst/>
          </a:prstGeom>
          <a:noFill/>
          <a:ln/>
        </p:spPr>
        <p:txBody>
          <a:bodyPr wrap="square" lIns="0" tIns="0" rIns="0" bIns="0" rtlCol="0" anchor="ctr"/>
          <a:lstStyle/>
          <a:p>
            <a:pPr marL="0" indent="0">
              <a:buNone/>
            </a:pPr>
            <a:r>
              <a:rPr lang="en-US" sz="1300" b="1" dirty="0">
                <a:solidFill>
                  <a:srgbClr val="F0A500"/>
                </a:solidFill>
              </a:rPr>
              <a:t>5 hands-on steps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7E3E"/>
          </a:solidFill>
          <a:ln w="12700">
            <a:solidFill>
              <a:srgbClr val="107E3E"/>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Upload Document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 of 5</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Document AI</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Upload document screen ]</a:t>
            </a:r>
            <a:endParaRPr lang="en-US" sz="1300" dirty="0"/>
          </a:p>
        </p:txBody>
      </p:sp>
      <p:sp>
        <p:nvSpPr>
          <p:cNvPr id="11" name="Shape 9"/>
          <p:cNvSpPr/>
          <p:nvPr/>
        </p:nvSpPr>
        <p:spPr>
          <a:xfrm>
            <a:off x="5029200" y="960120"/>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914400"/>
          </a:xfrm>
          <a:prstGeom prst="rect">
            <a:avLst/>
          </a:prstGeom>
          <a:solidFill>
            <a:srgbClr val="107E3E"/>
          </a:solidFill>
          <a:ln w="12700">
            <a:solidFill>
              <a:srgbClr val="107E3E"/>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07E3E"/>
                </a:solidFill>
              </a:rPr>
              <a:t>Document Type</a:t>
            </a:r>
            <a:endParaRPr lang="en-US" sz="1200" dirty="0"/>
          </a:p>
        </p:txBody>
      </p:sp>
      <p:sp>
        <p:nvSpPr>
          <p:cNvPr id="14" name="Text 12"/>
          <p:cNvSpPr/>
          <p:nvPr/>
        </p:nvSpPr>
        <p:spPr>
          <a:xfrm>
            <a:off x="5175504" y="1380744"/>
            <a:ext cx="3511296" cy="384048"/>
          </a:xfrm>
          <a:prstGeom prst="rect">
            <a:avLst/>
          </a:prstGeom>
          <a:noFill/>
          <a:ln/>
        </p:spPr>
        <p:txBody>
          <a:bodyPr wrap="square" lIns="0" tIns="0" rIns="0" bIns="0" rtlCol="0" anchor="t"/>
          <a:lstStyle/>
          <a:p>
            <a:pPr marL="0" indent="0">
              <a:buNone/>
            </a:pPr>
            <a:r>
              <a:rPr lang="en-US" sz="1100" dirty="0">
                <a:solidFill>
                  <a:srgbClr val="071A52"/>
                </a:solidFill>
              </a:rPr>
              <a:t>Invoice</a:t>
            </a:r>
            <a:endParaRPr lang="en-US" sz="1100" dirty="0"/>
          </a:p>
        </p:txBody>
      </p:sp>
      <p:sp>
        <p:nvSpPr>
          <p:cNvPr id="15" name="Shape 13"/>
          <p:cNvSpPr/>
          <p:nvPr/>
        </p:nvSpPr>
        <p:spPr>
          <a:xfrm>
            <a:off x="5029200" y="1993392"/>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1993392"/>
            <a:ext cx="54864" cy="91440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103120"/>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Schema</a:t>
            </a:r>
            <a:endParaRPr lang="en-US" sz="1200" dirty="0"/>
          </a:p>
        </p:txBody>
      </p:sp>
      <p:sp>
        <p:nvSpPr>
          <p:cNvPr id="18" name="Text 16"/>
          <p:cNvSpPr/>
          <p:nvPr/>
        </p:nvSpPr>
        <p:spPr>
          <a:xfrm>
            <a:off x="5175504" y="2414016"/>
            <a:ext cx="3511296" cy="384048"/>
          </a:xfrm>
          <a:prstGeom prst="rect">
            <a:avLst/>
          </a:prstGeom>
          <a:noFill/>
          <a:ln/>
        </p:spPr>
        <p:txBody>
          <a:bodyPr wrap="square" lIns="0" tIns="0" rIns="0" bIns="0" rtlCol="0" anchor="t"/>
          <a:lstStyle/>
          <a:p>
            <a:pPr marL="0" indent="0">
              <a:buNone/>
            </a:pPr>
            <a:r>
              <a:rPr lang="en-US" sz="1100" dirty="0">
                <a:solidFill>
                  <a:srgbClr val="071A52"/>
                </a:solidFill>
              </a:rPr>
              <a:t>SAP_invoice_schema</a:t>
            </a:r>
            <a:endParaRPr lang="en-US" sz="1100" dirty="0"/>
          </a:p>
        </p:txBody>
      </p:sp>
      <p:sp>
        <p:nvSpPr>
          <p:cNvPr id="19" name="Shape 17"/>
          <p:cNvSpPr/>
          <p:nvPr/>
        </p:nvSpPr>
        <p:spPr>
          <a:xfrm>
            <a:off x="5029200" y="3026664"/>
            <a:ext cx="3749040" cy="1453896"/>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0" name="Shape 18"/>
          <p:cNvSpPr/>
          <p:nvPr/>
        </p:nvSpPr>
        <p:spPr>
          <a:xfrm>
            <a:off x="5029200" y="3026664"/>
            <a:ext cx="54864" cy="1453896"/>
          </a:xfrm>
          <a:prstGeom prst="rect">
            <a:avLst/>
          </a:prstGeom>
          <a:solidFill>
            <a:srgbClr val="0070F2"/>
          </a:solidFill>
          <a:ln w="12700">
            <a:solidFill>
              <a:srgbClr val="0070F2"/>
            </a:solidFill>
            <a:prstDash val="solid"/>
          </a:ln>
        </p:spPr>
        <p:txBody>
          <a:bodyPr/>
          <a:lstStyle/>
          <a:p>
            <a:endParaRPr lang="en-SG"/>
          </a:p>
        </p:txBody>
      </p:sp>
      <p:sp>
        <p:nvSpPr>
          <p:cNvPr id="21" name="Text 19"/>
          <p:cNvSpPr/>
          <p:nvPr/>
        </p:nvSpPr>
        <p:spPr>
          <a:xfrm>
            <a:off x="5175504" y="3136392"/>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Action</a:t>
            </a:r>
            <a:endParaRPr lang="en-US" sz="1200" dirty="0"/>
          </a:p>
        </p:txBody>
      </p:sp>
      <p:sp>
        <p:nvSpPr>
          <p:cNvPr id="22" name="Text 20"/>
          <p:cNvSpPr/>
          <p:nvPr/>
        </p:nvSpPr>
        <p:spPr>
          <a:xfrm>
            <a:off x="5175504" y="3447288"/>
            <a:ext cx="3511296" cy="923544"/>
          </a:xfrm>
          <a:prstGeom prst="rect">
            <a:avLst/>
          </a:prstGeom>
          <a:noFill/>
          <a:ln/>
        </p:spPr>
        <p:txBody>
          <a:bodyPr wrap="square" lIns="0" tIns="0" rIns="0" bIns="0" rtlCol="0" anchor="t"/>
          <a:lstStyle/>
          <a:p>
            <a:pPr marL="0" indent="0">
              <a:buNone/>
            </a:pPr>
            <a:r>
              <a:rPr lang="en-US" sz="1100" dirty="0">
                <a:solidFill>
                  <a:srgbClr val="071A52"/>
                </a:solidFill>
              </a:rPr>
              <a:t>Upload an invoice document. Select the correct Document Type and Schema before uploading.</a:t>
            </a:r>
            <a:endParaRPr lang="en-US" sz="1100" dirty="0"/>
          </a:p>
        </p:txBody>
      </p:sp>
      <p:pic>
        <p:nvPicPr>
          <p:cNvPr id="24" name="Picture 23">
            <a:extLst>
              <a:ext uri="{FF2B5EF4-FFF2-40B4-BE49-F238E27FC236}">
                <a16:creationId xmlns:a16="http://schemas.microsoft.com/office/drawing/2014/main" id="{9D25B425-7C2A-4B12-B2A1-FE82C44B97A7}"/>
              </a:ext>
            </a:extLst>
          </p:cNvPr>
          <p:cNvPicPr>
            <a:picLocks noChangeAspect="1"/>
          </p:cNvPicPr>
          <p:nvPr/>
        </p:nvPicPr>
        <p:blipFill>
          <a:blip r:embed="rId3"/>
          <a:stretch>
            <a:fillRect/>
          </a:stretch>
        </p:blipFill>
        <p:spPr>
          <a:xfrm>
            <a:off x="387756" y="1229868"/>
            <a:ext cx="4367124" cy="29897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7E3E"/>
          </a:solidFill>
          <a:ln w="12700">
            <a:solidFill>
              <a:srgbClr val="107E3E"/>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Review Extraction Results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2 of 5</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Document AI</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Extraction results ]</a:t>
            </a:r>
            <a:endParaRPr lang="en-US" sz="1300" dirty="0"/>
          </a:p>
        </p:txBody>
      </p:sp>
      <p:sp>
        <p:nvSpPr>
          <p:cNvPr id="11" name="Text 9"/>
          <p:cNvSpPr/>
          <p:nvPr/>
        </p:nvSpPr>
        <p:spPr>
          <a:xfrm>
            <a:off x="5029200" y="960120"/>
            <a:ext cx="3749040" cy="347472"/>
          </a:xfrm>
          <a:prstGeom prst="rect">
            <a:avLst/>
          </a:prstGeom>
          <a:noFill/>
          <a:ln/>
        </p:spPr>
        <p:txBody>
          <a:bodyPr wrap="square" lIns="0" tIns="0" rIns="0" bIns="0" rtlCol="0" anchor="ctr"/>
          <a:lstStyle/>
          <a:p>
            <a:pPr marL="0" indent="0">
              <a:buNone/>
            </a:pPr>
            <a:r>
              <a:rPr lang="en-US" sz="1300" b="1" dirty="0">
                <a:solidFill>
                  <a:srgbClr val="071A52"/>
                </a:solidFill>
              </a:rPr>
              <a:t>Confidence Levels Explained:</a:t>
            </a:r>
            <a:endParaRPr lang="en-US" sz="1300" dirty="0"/>
          </a:p>
        </p:txBody>
      </p:sp>
      <p:sp>
        <p:nvSpPr>
          <p:cNvPr id="12" name="Shape 10"/>
          <p:cNvSpPr/>
          <p:nvPr/>
        </p:nvSpPr>
        <p:spPr>
          <a:xfrm>
            <a:off x="5029200" y="1417320"/>
            <a:ext cx="3749040" cy="713232"/>
          </a:xfrm>
          <a:prstGeom prst="rect">
            <a:avLst/>
          </a:prstGeom>
          <a:solidFill>
            <a:srgbClr val="E6F4EC"/>
          </a:solidFill>
          <a:ln w="12700">
            <a:solidFill>
              <a:srgbClr val="107E3E"/>
            </a:solidFill>
            <a:prstDash val="solid"/>
          </a:ln>
        </p:spPr>
        <p:txBody>
          <a:bodyPr/>
          <a:lstStyle/>
          <a:p>
            <a:endParaRPr lang="en-SG"/>
          </a:p>
        </p:txBody>
      </p:sp>
      <p:sp>
        <p:nvSpPr>
          <p:cNvPr id="13" name="Shape 11"/>
          <p:cNvSpPr/>
          <p:nvPr/>
        </p:nvSpPr>
        <p:spPr>
          <a:xfrm>
            <a:off x="5029200" y="1417320"/>
            <a:ext cx="54864" cy="713232"/>
          </a:xfrm>
          <a:prstGeom prst="rect">
            <a:avLst/>
          </a:prstGeom>
          <a:solidFill>
            <a:srgbClr val="107E3E"/>
          </a:solidFill>
          <a:ln w="12700">
            <a:solidFill>
              <a:srgbClr val="107E3E"/>
            </a:solidFill>
            <a:prstDash val="solid"/>
          </a:ln>
        </p:spPr>
        <p:txBody>
          <a:bodyPr/>
          <a:lstStyle/>
          <a:p>
            <a:endParaRPr lang="en-SG"/>
          </a:p>
        </p:txBody>
      </p:sp>
      <p:sp>
        <p:nvSpPr>
          <p:cNvPr id="14" name="Text 12"/>
          <p:cNvSpPr/>
          <p:nvPr/>
        </p:nvSpPr>
        <p:spPr>
          <a:xfrm>
            <a:off x="5175504" y="1463040"/>
            <a:ext cx="3511296" cy="621792"/>
          </a:xfrm>
          <a:prstGeom prst="rect">
            <a:avLst/>
          </a:prstGeom>
          <a:noFill/>
          <a:ln/>
        </p:spPr>
        <p:txBody>
          <a:bodyPr wrap="square" lIns="0" tIns="0" rIns="0" bIns="0" rtlCol="0" anchor="t"/>
          <a:lstStyle/>
          <a:p>
            <a:pPr marL="0" indent="0">
              <a:buNone/>
            </a:pPr>
            <a:r>
              <a:rPr lang="en-US" sz="1100" dirty="0">
                <a:solidFill>
                  <a:srgbClr val="071A52"/>
                </a:solidFill>
              </a:rPr>
              <a:t>🟢  Green — High confidence</a:t>
            </a:r>
            <a:endParaRPr lang="en-US" sz="1100" dirty="0"/>
          </a:p>
          <a:p>
            <a:pPr marL="0" indent="0">
              <a:buNone/>
            </a:pPr>
            <a:r>
              <a:rPr lang="en-US" sz="1100" dirty="0">
                <a:solidFill>
                  <a:srgbClr val="071A52"/>
                </a:solidFill>
              </a:rPr>
              <a:t>Field extracted correctly, no review needed.</a:t>
            </a:r>
            <a:endParaRPr lang="en-US" sz="1100" dirty="0"/>
          </a:p>
        </p:txBody>
      </p:sp>
      <p:sp>
        <p:nvSpPr>
          <p:cNvPr id="15" name="Shape 13"/>
          <p:cNvSpPr/>
          <p:nvPr/>
        </p:nvSpPr>
        <p:spPr>
          <a:xfrm>
            <a:off x="5029200" y="2240280"/>
            <a:ext cx="3749040" cy="713232"/>
          </a:xfrm>
          <a:prstGeom prst="rect">
            <a:avLst/>
          </a:prstGeom>
          <a:solidFill>
            <a:srgbClr val="FFF8E6"/>
          </a:solidFill>
          <a:ln w="12700">
            <a:solidFill>
              <a:srgbClr val="E8A000"/>
            </a:solidFill>
            <a:prstDash val="solid"/>
          </a:ln>
        </p:spPr>
        <p:txBody>
          <a:bodyPr/>
          <a:lstStyle/>
          <a:p>
            <a:endParaRPr lang="en-SG"/>
          </a:p>
        </p:txBody>
      </p:sp>
      <p:sp>
        <p:nvSpPr>
          <p:cNvPr id="16" name="Shape 14"/>
          <p:cNvSpPr/>
          <p:nvPr/>
        </p:nvSpPr>
        <p:spPr>
          <a:xfrm>
            <a:off x="5029200" y="2240280"/>
            <a:ext cx="54864" cy="713232"/>
          </a:xfrm>
          <a:prstGeom prst="rect">
            <a:avLst/>
          </a:prstGeom>
          <a:solidFill>
            <a:srgbClr val="E8A000"/>
          </a:solidFill>
          <a:ln w="12700">
            <a:solidFill>
              <a:srgbClr val="E8A000"/>
            </a:solidFill>
            <a:prstDash val="solid"/>
          </a:ln>
        </p:spPr>
        <p:txBody>
          <a:bodyPr/>
          <a:lstStyle/>
          <a:p>
            <a:endParaRPr lang="en-SG"/>
          </a:p>
        </p:txBody>
      </p:sp>
      <p:sp>
        <p:nvSpPr>
          <p:cNvPr id="17" name="Text 15"/>
          <p:cNvSpPr/>
          <p:nvPr/>
        </p:nvSpPr>
        <p:spPr>
          <a:xfrm>
            <a:off x="5175504" y="2286000"/>
            <a:ext cx="3511296" cy="621792"/>
          </a:xfrm>
          <a:prstGeom prst="rect">
            <a:avLst/>
          </a:prstGeom>
          <a:noFill/>
          <a:ln/>
        </p:spPr>
        <p:txBody>
          <a:bodyPr wrap="square" lIns="0" tIns="0" rIns="0" bIns="0" rtlCol="0" anchor="t"/>
          <a:lstStyle/>
          <a:p>
            <a:pPr marL="0" indent="0">
              <a:buNone/>
            </a:pPr>
            <a:r>
              <a:rPr lang="en-US" sz="1100" dirty="0">
                <a:solidFill>
                  <a:srgbClr val="071A52"/>
                </a:solidFill>
              </a:rPr>
              <a:t>🟠  Orange — Moderate confidence</a:t>
            </a:r>
            <a:endParaRPr lang="en-US" sz="1100" dirty="0"/>
          </a:p>
          <a:p>
            <a:pPr marL="0" indent="0">
              <a:buNone/>
            </a:pPr>
            <a:r>
              <a:rPr lang="en-US" sz="1100" dirty="0">
                <a:solidFill>
                  <a:srgbClr val="071A52"/>
                </a:solidFill>
              </a:rPr>
              <a:t>Human review recommended before use.</a:t>
            </a:r>
            <a:endParaRPr lang="en-US" sz="1100" dirty="0"/>
          </a:p>
        </p:txBody>
      </p:sp>
      <p:sp>
        <p:nvSpPr>
          <p:cNvPr id="18" name="Shape 16"/>
          <p:cNvSpPr/>
          <p:nvPr/>
        </p:nvSpPr>
        <p:spPr>
          <a:xfrm>
            <a:off x="5029200" y="3063240"/>
            <a:ext cx="3749040" cy="713232"/>
          </a:xfrm>
          <a:prstGeom prst="rect">
            <a:avLst/>
          </a:prstGeom>
          <a:solidFill>
            <a:srgbClr val="FDE8E8"/>
          </a:solidFill>
          <a:ln w="12700">
            <a:solidFill>
              <a:srgbClr val="BB0000"/>
            </a:solidFill>
            <a:prstDash val="solid"/>
          </a:ln>
        </p:spPr>
        <p:txBody>
          <a:bodyPr/>
          <a:lstStyle/>
          <a:p>
            <a:endParaRPr lang="en-SG"/>
          </a:p>
        </p:txBody>
      </p:sp>
      <p:sp>
        <p:nvSpPr>
          <p:cNvPr id="19" name="Shape 17"/>
          <p:cNvSpPr/>
          <p:nvPr/>
        </p:nvSpPr>
        <p:spPr>
          <a:xfrm>
            <a:off x="5029200" y="3063240"/>
            <a:ext cx="54864" cy="713232"/>
          </a:xfrm>
          <a:prstGeom prst="rect">
            <a:avLst/>
          </a:prstGeom>
          <a:solidFill>
            <a:srgbClr val="BB0000"/>
          </a:solidFill>
          <a:ln w="12700">
            <a:solidFill>
              <a:srgbClr val="BB0000"/>
            </a:solidFill>
            <a:prstDash val="solid"/>
          </a:ln>
        </p:spPr>
        <p:txBody>
          <a:bodyPr/>
          <a:lstStyle/>
          <a:p>
            <a:endParaRPr lang="en-SG"/>
          </a:p>
        </p:txBody>
      </p:sp>
      <p:sp>
        <p:nvSpPr>
          <p:cNvPr id="20" name="Text 18"/>
          <p:cNvSpPr/>
          <p:nvPr/>
        </p:nvSpPr>
        <p:spPr>
          <a:xfrm>
            <a:off x="5175504" y="3108960"/>
            <a:ext cx="3511296" cy="621792"/>
          </a:xfrm>
          <a:prstGeom prst="rect">
            <a:avLst/>
          </a:prstGeom>
          <a:noFill/>
          <a:ln/>
        </p:spPr>
        <p:txBody>
          <a:bodyPr wrap="square" lIns="0" tIns="0" rIns="0" bIns="0" rtlCol="0" anchor="t"/>
          <a:lstStyle/>
          <a:p>
            <a:pPr marL="0" indent="0">
              <a:buNone/>
            </a:pPr>
            <a:r>
              <a:rPr lang="en-US" sz="1100" dirty="0">
                <a:solidFill>
                  <a:srgbClr val="071A52"/>
                </a:solidFill>
              </a:rPr>
              <a:t>🔴  Red — Low confidence</a:t>
            </a:r>
            <a:endParaRPr lang="en-US" sz="1100" dirty="0"/>
          </a:p>
          <a:p>
            <a:pPr marL="0" indent="0">
              <a:buNone/>
            </a:pPr>
            <a:r>
              <a:rPr lang="en-US" sz="1100" dirty="0">
                <a:solidFill>
                  <a:srgbClr val="071A52"/>
                </a:solidFill>
              </a:rPr>
              <a:t>Extraction likely incorrect, manual correction required.</a:t>
            </a:r>
            <a:endParaRPr lang="en-US" sz="1100" dirty="0"/>
          </a:p>
        </p:txBody>
      </p:sp>
      <p:pic>
        <p:nvPicPr>
          <p:cNvPr id="22" name="Picture 21">
            <a:extLst>
              <a:ext uri="{FF2B5EF4-FFF2-40B4-BE49-F238E27FC236}">
                <a16:creationId xmlns:a16="http://schemas.microsoft.com/office/drawing/2014/main" id="{082E47BE-DA12-ACDF-0F9B-DDB381943BA9}"/>
              </a:ext>
            </a:extLst>
          </p:cNvPr>
          <p:cNvPicPr>
            <a:picLocks noChangeAspect="1"/>
          </p:cNvPicPr>
          <p:nvPr/>
        </p:nvPicPr>
        <p:blipFill>
          <a:blip r:embed="rId3"/>
          <a:stretch>
            <a:fillRect/>
          </a:stretch>
        </p:blipFill>
        <p:spPr>
          <a:xfrm>
            <a:off x="373444" y="1562486"/>
            <a:ext cx="4364670" cy="231570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7E3E"/>
          </a:solidFill>
          <a:ln w="12700">
            <a:solidFill>
              <a:srgbClr val="107E3E"/>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a Custom Schema</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3 of 5</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Document AI</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Create schema screen ]</a:t>
            </a:r>
            <a:endParaRPr lang="en-US" sz="1300" dirty="0"/>
          </a:p>
        </p:txBody>
      </p:sp>
      <p:sp>
        <p:nvSpPr>
          <p:cNvPr id="11" name="Shape 9"/>
          <p:cNvSpPr/>
          <p:nvPr/>
        </p:nvSpPr>
        <p:spPr>
          <a:xfrm>
            <a:off x="5029200" y="960120"/>
            <a:ext cx="3749040" cy="713232"/>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713232"/>
          </a:xfrm>
          <a:prstGeom prst="rect">
            <a:avLst/>
          </a:prstGeom>
          <a:solidFill>
            <a:srgbClr val="107E3E"/>
          </a:solidFill>
          <a:ln w="12700">
            <a:solidFill>
              <a:srgbClr val="107E3E"/>
            </a:solidFill>
            <a:prstDash val="solid"/>
          </a:ln>
        </p:spPr>
        <p:txBody>
          <a:bodyPr/>
          <a:lstStyle/>
          <a:p>
            <a:endParaRPr lang="en-SG"/>
          </a:p>
        </p:txBody>
      </p:sp>
      <p:sp>
        <p:nvSpPr>
          <p:cNvPr id="13" name="Text 11"/>
          <p:cNvSpPr/>
          <p:nvPr/>
        </p:nvSpPr>
        <p:spPr>
          <a:xfrm>
            <a:off x="5175504" y="1036797"/>
            <a:ext cx="3511296" cy="292608"/>
          </a:xfrm>
          <a:prstGeom prst="rect">
            <a:avLst/>
          </a:prstGeom>
          <a:noFill/>
          <a:ln/>
        </p:spPr>
        <p:txBody>
          <a:bodyPr wrap="square" lIns="0" tIns="0" rIns="0" bIns="0" rtlCol="0" anchor="ctr"/>
          <a:lstStyle/>
          <a:p>
            <a:pPr marL="0" indent="0">
              <a:buNone/>
            </a:pPr>
            <a:r>
              <a:rPr lang="en-US" sz="1200" b="1" dirty="0">
                <a:solidFill>
                  <a:srgbClr val="107E3E"/>
                </a:solidFill>
              </a:rPr>
              <a:t>Schema Name</a:t>
            </a:r>
            <a:endParaRPr lang="en-US" sz="1200" dirty="0"/>
          </a:p>
        </p:txBody>
      </p:sp>
      <p:sp>
        <p:nvSpPr>
          <p:cNvPr id="14" name="Text 12"/>
          <p:cNvSpPr/>
          <p:nvPr/>
        </p:nvSpPr>
        <p:spPr>
          <a:xfrm>
            <a:off x="5175504" y="1347693"/>
            <a:ext cx="3511296" cy="292608"/>
          </a:xfrm>
          <a:prstGeom prst="rect">
            <a:avLst/>
          </a:prstGeom>
          <a:noFill/>
          <a:ln/>
        </p:spPr>
        <p:txBody>
          <a:bodyPr wrap="square" lIns="0" tIns="0" rIns="0" bIns="0" rtlCol="0" anchor="t"/>
          <a:lstStyle/>
          <a:p>
            <a:pPr marL="0" indent="0">
              <a:buNone/>
            </a:pPr>
            <a:r>
              <a:rPr lang="en-US" sz="1100" dirty="0">
                <a:solidFill>
                  <a:srgbClr val="071A52"/>
                </a:solidFill>
              </a:rPr>
              <a:t>GenAI_workshop_name</a:t>
            </a:r>
            <a:endParaRPr lang="en-US" sz="1100" dirty="0"/>
          </a:p>
        </p:txBody>
      </p:sp>
      <p:sp>
        <p:nvSpPr>
          <p:cNvPr id="15" name="Shape 13"/>
          <p:cNvSpPr/>
          <p:nvPr/>
        </p:nvSpPr>
        <p:spPr>
          <a:xfrm>
            <a:off x="5029200" y="1810512"/>
            <a:ext cx="3749040" cy="626364"/>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1810512"/>
            <a:ext cx="54864" cy="626364"/>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1868459"/>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Document Type</a:t>
            </a:r>
            <a:endParaRPr lang="en-US" sz="1200" dirty="0"/>
          </a:p>
        </p:txBody>
      </p:sp>
      <p:sp>
        <p:nvSpPr>
          <p:cNvPr id="18" name="Text 16"/>
          <p:cNvSpPr/>
          <p:nvPr/>
        </p:nvSpPr>
        <p:spPr>
          <a:xfrm>
            <a:off x="5175504" y="2179355"/>
            <a:ext cx="3511296" cy="292608"/>
          </a:xfrm>
          <a:prstGeom prst="rect">
            <a:avLst/>
          </a:prstGeom>
          <a:noFill/>
          <a:ln/>
        </p:spPr>
        <p:txBody>
          <a:bodyPr wrap="square" lIns="0" tIns="0" rIns="0" bIns="0" rtlCol="0" anchor="t"/>
          <a:lstStyle/>
          <a:p>
            <a:pPr marL="0" indent="0">
              <a:buNone/>
            </a:pPr>
            <a:r>
              <a:rPr lang="en-US" sz="1100" dirty="0">
                <a:solidFill>
                  <a:srgbClr val="071A52"/>
                </a:solidFill>
              </a:rPr>
              <a:t>Custom</a:t>
            </a:r>
            <a:endParaRPr lang="en-US" sz="1100" dirty="0"/>
          </a:p>
        </p:txBody>
      </p:sp>
      <p:sp>
        <p:nvSpPr>
          <p:cNvPr id="19" name="Shape 17"/>
          <p:cNvSpPr/>
          <p:nvPr/>
        </p:nvSpPr>
        <p:spPr>
          <a:xfrm>
            <a:off x="5029200" y="2581691"/>
            <a:ext cx="3749040" cy="626364"/>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0" name="Shape 18"/>
          <p:cNvSpPr/>
          <p:nvPr/>
        </p:nvSpPr>
        <p:spPr>
          <a:xfrm>
            <a:off x="5029200" y="2581691"/>
            <a:ext cx="54864" cy="626364"/>
          </a:xfrm>
          <a:prstGeom prst="rect">
            <a:avLst/>
          </a:prstGeom>
          <a:solidFill>
            <a:srgbClr val="0070F2"/>
          </a:solidFill>
          <a:ln w="12700">
            <a:solidFill>
              <a:srgbClr val="0070F2"/>
            </a:solidFill>
            <a:prstDash val="solid"/>
          </a:ln>
        </p:spPr>
        <p:txBody>
          <a:bodyPr/>
          <a:lstStyle/>
          <a:p>
            <a:endParaRPr lang="en-SG"/>
          </a:p>
        </p:txBody>
      </p:sp>
      <p:sp>
        <p:nvSpPr>
          <p:cNvPr id="21" name="Text 19"/>
          <p:cNvSpPr/>
          <p:nvPr/>
        </p:nvSpPr>
        <p:spPr>
          <a:xfrm>
            <a:off x="5175504" y="2623002"/>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OCR Engine Type</a:t>
            </a:r>
            <a:endParaRPr lang="en-US" sz="1200" dirty="0"/>
          </a:p>
        </p:txBody>
      </p:sp>
      <p:sp>
        <p:nvSpPr>
          <p:cNvPr id="22" name="Text 20"/>
          <p:cNvSpPr/>
          <p:nvPr/>
        </p:nvSpPr>
        <p:spPr>
          <a:xfrm>
            <a:off x="5175504" y="2933898"/>
            <a:ext cx="3511296" cy="292608"/>
          </a:xfrm>
          <a:prstGeom prst="rect">
            <a:avLst/>
          </a:prstGeom>
          <a:noFill/>
          <a:ln/>
        </p:spPr>
        <p:txBody>
          <a:bodyPr wrap="square" lIns="0" tIns="0" rIns="0" bIns="0" rtlCol="0" anchor="t"/>
          <a:lstStyle/>
          <a:p>
            <a:pPr marL="0" indent="0">
              <a:buNone/>
            </a:pPr>
            <a:r>
              <a:rPr lang="en-US" sz="1100" dirty="0">
                <a:solidFill>
                  <a:srgbClr val="071A52"/>
                </a:solidFill>
              </a:rPr>
              <a:t>Document</a:t>
            </a:r>
            <a:endParaRPr lang="en-US" sz="1100" dirty="0"/>
          </a:p>
        </p:txBody>
      </p:sp>
      <p:sp>
        <p:nvSpPr>
          <p:cNvPr id="23" name="Shape 21"/>
          <p:cNvSpPr/>
          <p:nvPr/>
        </p:nvSpPr>
        <p:spPr>
          <a:xfrm>
            <a:off x="5029200" y="3294923"/>
            <a:ext cx="3749040" cy="1185637"/>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4" name="Shape 22"/>
          <p:cNvSpPr/>
          <p:nvPr/>
        </p:nvSpPr>
        <p:spPr>
          <a:xfrm>
            <a:off x="5029200" y="3294923"/>
            <a:ext cx="54864" cy="1185637"/>
          </a:xfrm>
          <a:prstGeom prst="rect">
            <a:avLst/>
          </a:prstGeom>
          <a:solidFill>
            <a:srgbClr val="F0A500"/>
          </a:solidFill>
          <a:ln w="12700">
            <a:solidFill>
              <a:srgbClr val="F0A500"/>
            </a:solidFill>
            <a:prstDash val="solid"/>
          </a:ln>
        </p:spPr>
        <p:txBody>
          <a:bodyPr/>
          <a:lstStyle/>
          <a:p>
            <a:endParaRPr lang="en-SG"/>
          </a:p>
        </p:txBody>
      </p:sp>
      <p:sp>
        <p:nvSpPr>
          <p:cNvPr id="25" name="Text 23"/>
          <p:cNvSpPr/>
          <p:nvPr/>
        </p:nvSpPr>
        <p:spPr>
          <a:xfrm>
            <a:off x="5175504" y="3328187"/>
            <a:ext cx="3511296" cy="292608"/>
          </a:xfrm>
          <a:prstGeom prst="rect">
            <a:avLst/>
          </a:prstGeom>
          <a:noFill/>
          <a:ln/>
        </p:spPr>
        <p:txBody>
          <a:bodyPr wrap="square" lIns="0" tIns="0" rIns="0" bIns="0" rtlCol="0" anchor="ctr"/>
          <a:lstStyle/>
          <a:p>
            <a:pPr marL="0" indent="0">
              <a:buNone/>
            </a:pPr>
            <a:r>
              <a:rPr lang="en-US" sz="1200" b="1" dirty="0">
                <a:solidFill>
                  <a:srgbClr val="F0A500"/>
                </a:solidFill>
              </a:rPr>
              <a:t>Purpose</a:t>
            </a:r>
            <a:endParaRPr lang="en-US" sz="1200" dirty="0"/>
          </a:p>
        </p:txBody>
      </p:sp>
      <p:sp>
        <p:nvSpPr>
          <p:cNvPr id="26" name="Text 24"/>
          <p:cNvSpPr/>
          <p:nvPr/>
        </p:nvSpPr>
        <p:spPr>
          <a:xfrm>
            <a:off x="5175504" y="3639083"/>
            <a:ext cx="3511296" cy="164592"/>
          </a:xfrm>
          <a:prstGeom prst="rect">
            <a:avLst/>
          </a:prstGeom>
          <a:noFill/>
          <a:ln/>
        </p:spPr>
        <p:txBody>
          <a:bodyPr wrap="square" lIns="0" tIns="0" rIns="0" bIns="0" rtlCol="0" anchor="t"/>
          <a:lstStyle/>
          <a:p>
            <a:pPr marL="0" indent="0">
              <a:buNone/>
            </a:pPr>
            <a:r>
              <a:rPr lang="en-US" sz="1100" dirty="0">
                <a:solidFill>
                  <a:srgbClr val="071A52"/>
                </a:solidFill>
              </a:rPr>
              <a:t>A custom schema tells SAP Document AI which fields to extract using the underlying LLM, tailored to your document structure.</a:t>
            </a:r>
            <a:endParaRPr lang="en-US" sz="1100" dirty="0"/>
          </a:p>
        </p:txBody>
      </p:sp>
      <p:pic>
        <p:nvPicPr>
          <p:cNvPr id="27" name="Picture 26">
            <a:extLst>
              <a:ext uri="{FF2B5EF4-FFF2-40B4-BE49-F238E27FC236}">
                <a16:creationId xmlns:a16="http://schemas.microsoft.com/office/drawing/2014/main" id="{34E491E5-3D79-7E88-61EC-8969AF3870E6}"/>
              </a:ext>
            </a:extLst>
          </p:cNvPr>
          <p:cNvPicPr>
            <a:picLocks noChangeAspect="1"/>
          </p:cNvPicPr>
          <p:nvPr/>
        </p:nvPicPr>
        <p:blipFill>
          <a:blip r:embed="rId3"/>
          <a:stretch>
            <a:fillRect/>
          </a:stretch>
        </p:blipFill>
        <p:spPr>
          <a:xfrm>
            <a:off x="685800" y="967513"/>
            <a:ext cx="3749040" cy="349276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7E3E"/>
          </a:solidFill>
          <a:ln w="12700">
            <a:solidFill>
              <a:srgbClr val="107E3E"/>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Add Header and Line Item Fields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4 of 5</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Document AI</a:t>
            </a:r>
            <a:endParaRPr lang="en-US" sz="800" dirty="0"/>
          </a:p>
        </p:txBody>
      </p:sp>
      <p:sp>
        <p:nvSpPr>
          <p:cNvPr id="9" name="Text 7"/>
          <p:cNvSpPr/>
          <p:nvPr/>
        </p:nvSpPr>
        <p:spPr>
          <a:xfrm>
            <a:off x="365760" y="914400"/>
            <a:ext cx="8412480" cy="320040"/>
          </a:xfrm>
          <a:prstGeom prst="rect">
            <a:avLst/>
          </a:prstGeom>
          <a:noFill/>
          <a:ln/>
        </p:spPr>
        <p:txBody>
          <a:bodyPr wrap="square" lIns="0" tIns="0" rIns="0" bIns="0" rtlCol="0" anchor="ctr"/>
          <a:lstStyle/>
          <a:p>
            <a:pPr marL="0" indent="0">
              <a:buNone/>
            </a:pPr>
            <a:r>
              <a:rPr lang="en-US" sz="1200" dirty="0">
                <a:solidFill>
                  <a:srgbClr val="071A52"/>
                </a:solidFill>
              </a:rPr>
              <a:t>Define the extraction fields, then click Activate:</a:t>
            </a:r>
            <a:endParaRPr lang="en-US" sz="1200" dirty="0"/>
          </a:p>
        </p:txBody>
      </p:sp>
      <p:sp>
        <p:nvSpPr>
          <p:cNvPr id="10" name="Text 8"/>
          <p:cNvSpPr/>
          <p:nvPr/>
        </p:nvSpPr>
        <p:spPr>
          <a:xfrm>
            <a:off x="365760" y="1325880"/>
            <a:ext cx="3931920" cy="320040"/>
          </a:xfrm>
          <a:prstGeom prst="rect">
            <a:avLst/>
          </a:prstGeom>
          <a:noFill/>
          <a:ln/>
        </p:spPr>
        <p:txBody>
          <a:bodyPr wrap="square" lIns="0" tIns="0" rIns="0" bIns="0" rtlCol="0" anchor="ctr"/>
          <a:lstStyle/>
          <a:p>
            <a:pPr marL="0" indent="0">
              <a:buNone/>
            </a:pPr>
            <a:r>
              <a:rPr lang="en-US" sz="1300" b="1" dirty="0">
                <a:solidFill>
                  <a:srgbClr val="107E3E"/>
                </a:solidFill>
              </a:rPr>
              <a:t>Header Fields</a:t>
            </a:r>
            <a:endParaRPr lang="en-US" sz="1300" dirty="0"/>
          </a:p>
        </p:txBody>
      </p:sp>
      <p:sp>
        <p:nvSpPr>
          <p:cNvPr id="11" name="Shape 9"/>
          <p:cNvSpPr/>
          <p:nvPr/>
        </p:nvSpPr>
        <p:spPr>
          <a:xfrm>
            <a:off x="365760" y="1691640"/>
            <a:ext cx="3931920" cy="329184"/>
          </a:xfrm>
          <a:prstGeom prst="rect">
            <a:avLst/>
          </a:prstGeom>
          <a:solidFill>
            <a:srgbClr val="107E3E"/>
          </a:solidFill>
          <a:ln w="12700">
            <a:solidFill>
              <a:srgbClr val="107E3E"/>
            </a:solidFill>
            <a:prstDash val="solid"/>
          </a:ln>
        </p:spPr>
        <p:txBody>
          <a:bodyPr/>
          <a:lstStyle/>
          <a:p>
            <a:endParaRPr lang="en-SG"/>
          </a:p>
        </p:txBody>
      </p:sp>
      <p:sp>
        <p:nvSpPr>
          <p:cNvPr id="12" name="Text 10"/>
          <p:cNvSpPr/>
          <p:nvPr/>
        </p:nvSpPr>
        <p:spPr>
          <a:xfrm>
            <a:off x="475488" y="1691640"/>
            <a:ext cx="3712464" cy="329184"/>
          </a:xfrm>
          <a:prstGeom prst="rect">
            <a:avLst/>
          </a:prstGeom>
          <a:noFill/>
          <a:ln/>
        </p:spPr>
        <p:txBody>
          <a:bodyPr wrap="square" lIns="0" tIns="0" rIns="0" bIns="0" rtlCol="0" anchor="ctr"/>
          <a:lstStyle/>
          <a:p>
            <a:pPr marL="0" indent="0">
              <a:buNone/>
            </a:pPr>
            <a:r>
              <a:rPr lang="en-US" sz="1100" b="1" dirty="0">
                <a:solidFill>
                  <a:srgbClr val="FFFFFF"/>
                </a:solidFill>
              </a:rPr>
              <a:t>Field Name</a:t>
            </a:r>
            <a:r>
              <a:rPr lang="en-US" sz="1100" dirty="0">
                <a:solidFill>
                  <a:srgbClr val="FFFFFF"/>
                </a:solidFill>
              </a:rPr>
              <a:t>     </a:t>
            </a:r>
            <a:r>
              <a:rPr lang="en-US" sz="1100" b="1" dirty="0">
                <a:solidFill>
                  <a:srgbClr val="FFFFFF"/>
                </a:solidFill>
              </a:rPr>
              <a:t>Type / Notes</a:t>
            </a:r>
            <a:endParaRPr lang="en-US" sz="1100" dirty="0"/>
          </a:p>
        </p:txBody>
      </p:sp>
      <p:sp>
        <p:nvSpPr>
          <p:cNvPr id="13" name="Shape 11"/>
          <p:cNvSpPr/>
          <p:nvPr/>
        </p:nvSpPr>
        <p:spPr>
          <a:xfrm>
            <a:off x="365760" y="2020824"/>
            <a:ext cx="3931920" cy="329184"/>
          </a:xfrm>
          <a:prstGeom prst="rect">
            <a:avLst/>
          </a:prstGeom>
          <a:solidFill>
            <a:srgbClr val="FFFFFF"/>
          </a:solidFill>
          <a:ln w="6350">
            <a:solidFill>
              <a:srgbClr val="D6DDE8"/>
            </a:solidFill>
            <a:prstDash val="solid"/>
          </a:ln>
        </p:spPr>
        <p:txBody>
          <a:bodyPr/>
          <a:lstStyle/>
          <a:p>
            <a:endParaRPr lang="en-SG"/>
          </a:p>
        </p:txBody>
      </p:sp>
      <p:sp>
        <p:nvSpPr>
          <p:cNvPr id="14" name="Text 12"/>
          <p:cNvSpPr/>
          <p:nvPr/>
        </p:nvSpPr>
        <p:spPr>
          <a:xfrm>
            <a:off x="475488" y="2020824"/>
            <a:ext cx="2162556" cy="329184"/>
          </a:xfrm>
          <a:prstGeom prst="rect">
            <a:avLst/>
          </a:prstGeom>
          <a:noFill/>
          <a:ln/>
        </p:spPr>
        <p:txBody>
          <a:bodyPr wrap="square" lIns="0" tIns="0" rIns="0" bIns="0" rtlCol="0" anchor="ctr"/>
          <a:lstStyle/>
          <a:p>
            <a:pPr marL="0" indent="0">
              <a:buNone/>
            </a:pPr>
            <a:r>
              <a:rPr lang="en-US" sz="1050" b="1" dirty="0">
                <a:solidFill>
                  <a:srgbClr val="071A52"/>
                </a:solidFill>
              </a:rPr>
              <a:t>InvoiceNum</a:t>
            </a:r>
            <a:endParaRPr lang="en-US" sz="1050" dirty="0"/>
          </a:p>
        </p:txBody>
      </p:sp>
      <p:sp>
        <p:nvSpPr>
          <p:cNvPr id="15" name="Text 13"/>
          <p:cNvSpPr/>
          <p:nvPr/>
        </p:nvSpPr>
        <p:spPr>
          <a:xfrm>
            <a:off x="2638044" y="2020824"/>
            <a:ext cx="1572768" cy="329184"/>
          </a:xfrm>
          <a:prstGeom prst="rect">
            <a:avLst/>
          </a:prstGeom>
          <a:noFill/>
          <a:ln/>
        </p:spPr>
        <p:txBody>
          <a:bodyPr wrap="square" lIns="0" tIns="0" rIns="0" bIns="0" rtlCol="0" anchor="ctr"/>
          <a:lstStyle/>
          <a:p>
            <a:pPr marL="0" indent="0">
              <a:buNone/>
            </a:pPr>
            <a:r>
              <a:rPr lang="en-US" sz="1050" dirty="0">
                <a:solidFill>
                  <a:srgbClr val="5A6A7E"/>
                </a:solidFill>
              </a:rPr>
              <a:t>string</a:t>
            </a:r>
            <a:endParaRPr lang="en-US" sz="1050" dirty="0"/>
          </a:p>
        </p:txBody>
      </p:sp>
      <p:sp>
        <p:nvSpPr>
          <p:cNvPr id="16" name="Shape 14"/>
          <p:cNvSpPr/>
          <p:nvPr/>
        </p:nvSpPr>
        <p:spPr>
          <a:xfrm>
            <a:off x="365760" y="2350008"/>
            <a:ext cx="3931920" cy="329184"/>
          </a:xfrm>
          <a:prstGeom prst="rect">
            <a:avLst/>
          </a:prstGeom>
          <a:solidFill>
            <a:srgbClr val="E8F0FD"/>
          </a:solidFill>
          <a:ln w="6350">
            <a:solidFill>
              <a:srgbClr val="D6DDE8"/>
            </a:solidFill>
            <a:prstDash val="solid"/>
          </a:ln>
        </p:spPr>
        <p:txBody>
          <a:bodyPr/>
          <a:lstStyle/>
          <a:p>
            <a:endParaRPr lang="en-SG"/>
          </a:p>
        </p:txBody>
      </p:sp>
      <p:sp>
        <p:nvSpPr>
          <p:cNvPr id="17" name="Text 15"/>
          <p:cNvSpPr/>
          <p:nvPr/>
        </p:nvSpPr>
        <p:spPr>
          <a:xfrm>
            <a:off x="475488" y="2350008"/>
            <a:ext cx="2162556" cy="329184"/>
          </a:xfrm>
          <a:prstGeom prst="rect">
            <a:avLst/>
          </a:prstGeom>
          <a:noFill/>
          <a:ln/>
        </p:spPr>
        <p:txBody>
          <a:bodyPr wrap="square" lIns="0" tIns="0" rIns="0" bIns="0" rtlCol="0" anchor="ctr"/>
          <a:lstStyle/>
          <a:p>
            <a:pPr marL="0" indent="0">
              <a:buNone/>
            </a:pPr>
            <a:r>
              <a:rPr lang="en-US" sz="1050" b="1" dirty="0">
                <a:solidFill>
                  <a:srgbClr val="071A52"/>
                </a:solidFill>
              </a:rPr>
              <a:t>Receiver</a:t>
            </a:r>
            <a:endParaRPr lang="en-US" sz="1050" dirty="0"/>
          </a:p>
        </p:txBody>
      </p:sp>
      <p:sp>
        <p:nvSpPr>
          <p:cNvPr id="18" name="Text 16"/>
          <p:cNvSpPr/>
          <p:nvPr/>
        </p:nvSpPr>
        <p:spPr>
          <a:xfrm>
            <a:off x="2638044" y="2350008"/>
            <a:ext cx="1572768" cy="329184"/>
          </a:xfrm>
          <a:prstGeom prst="rect">
            <a:avLst/>
          </a:prstGeom>
          <a:noFill/>
          <a:ln/>
        </p:spPr>
        <p:txBody>
          <a:bodyPr wrap="square" lIns="0" tIns="0" rIns="0" bIns="0" rtlCol="0" anchor="ctr"/>
          <a:lstStyle/>
          <a:p>
            <a:pPr marL="0" indent="0">
              <a:buNone/>
            </a:pPr>
            <a:r>
              <a:rPr lang="en-US" sz="1050" dirty="0">
                <a:solidFill>
                  <a:srgbClr val="5A6A7E"/>
                </a:solidFill>
              </a:rPr>
              <a:t>string</a:t>
            </a:r>
            <a:endParaRPr lang="en-US" sz="1050" dirty="0"/>
          </a:p>
        </p:txBody>
      </p:sp>
      <p:sp>
        <p:nvSpPr>
          <p:cNvPr id="19" name="Shape 17"/>
          <p:cNvSpPr/>
          <p:nvPr/>
        </p:nvSpPr>
        <p:spPr>
          <a:xfrm>
            <a:off x="365760" y="2679192"/>
            <a:ext cx="3931920" cy="329184"/>
          </a:xfrm>
          <a:prstGeom prst="rect">
            <a:avLst/>
          </a:prstGeom>
          <a:solidFill>
            <a:srgbClr val="FFFFFF"/>
          </a:solidFill>
          <a:ln w="6350">
            <a:solidFill>
              <a:srgbClr val="D6DDE8"/>
            </a:solidFill>
            <a:prstDash val="solid"/>
          </a:ln>
        </p:spPr>
        <p:txBody>
          <a:bodyPr/>
          <a:lstStyle/>
          <a:p>
            <a:endParaRPr lang="en-SG"/>
          </a:p>
        </p:txBody>
      </p:sp>
      <p:sp>
        <p:nvSpPr>
          <p:cNvPr id="20" name="Text 18"/>
          <p:cNvSpPr/>
          <p:nvPr/>
        </p:nvSpPr>
        <p:spPr>
          <a:xfrm>
            <a:off x="475488" y="2679192"/>
            <a:ext cx="2162556" cy="329184"/>
          </a:xfrm>
          <a:prstGeom prst="rect">
            <a:avLst/>
          </a:prstGeom>
          <a:noFill/>
          <a:ln/>
        </p:spPr>
        <p:txBody>
          <a:bodyPr wrap="square" lIns="0" tIns="0" rIns="0" bIns="0" rtlCol="0" anchor="ctr"/>
          <a:lstStyle/>
          <a:p>
            <a:pPr marL="0" indent="0">
              <a:buNone/>
            </a:pPr>
            <a:r>
              <a:rPr lang="en-US" sz="1050" b="1" dirty="0">
                <a:solidFill>
                  <a:srgbClr val="071A52"/>
                </a:solidFill>
              </a:rPr>
              <a:t>ReceiverAddress</a:t>
            </a:r>
            <a:endParaRPr lang="en-US" sz="1050" dirty="0"/>
          </a:p>
        </p:txBody>
      </p:sp>
      <p:sp>
        <p:nvSpPr>
          <p:cNvPr id="21" name="Text 19"/>
          <p:cNvSpPr/>
          <p:nvPr/>
        </p:nvSpPr>
        <p:spPr>
          <a:xfrm>
            <a:off x="2638044" y="2679192"/>
            <a:ext cx="1572768" cy="329184"/>
          </a:xfrm>
          <a:prstGeom prst="rect">
            <a:avLst/>
          </a:prstGeom>
          <a:noFill/>
          <a:ln/>
        </p:spPr>
        <p:txBody>
          <a:bodyPr wrap="square" lIns="0" tIns="0" rIns="0" bIns="0" rtlCol="0" anchor="ctr"/>
          <a:lstStyle/>
          <a:p>
            <a:pPr marL="0" indent="0">
              <a:buNone/>
            </a:pPr>
            <a:r>
              <a:rPr lang="en-US" sz="1050" dirty="0">
                <a:solidFill>
                  <a:srgbClr val="5A6A7E"/>
                </a:solidFill>
              </a:rPr>
              <a:t>string</a:t>
            </a:r>
            <a:endParaRPr lang="en-US" sz="1050" dirty="0"/>
          </a:p>
        </p:txBody>
      </p:sp>
      <p:sp>
        <p:nvSpPr>
          <p:cNvPr id="22" name="Shape 20"/>
          <p:cNvSpPr/>
          <p:nvPr/>
        </p:nvSpPr>
        <p:spPr>
          <a:xfrm>
            <a:off x="365760" y="3008376"/>
            <a:ext cx="3931920" cy="329184"/>
          </a:xfrm>
          <a:prstGeom prst="rect">
            <a:avLst/>
          </a:prstGeom>
          <a:solidFill>
            <a:srgbClr val="E8F0FD"/>
          </a:solidFill>
          <a:ln w="6350">
            <a:solidFill>
              <a:srgbClr val="D6DDE8"/>
            </a:solidFill>
            <a:prstDash val="solid"/>
          </a:ln>
        </p:spPr>
        <p:txBody>
          <a:bodyPr/>
          <a:lstStyle/>
          <a:p>
            <a:endParaRPr lang="en-SG"/>
          </a:p>
        </p:txBody>
      </p:sp>
      <p:sp>
        <p:nvSpPr>
          <p:cNvPr id="23" name="Text 21"/>
          <p:cNvSpPr/>
          <p:nvPr/>
        </p:nvSpPr>
        <p:spPr>
          <a:xfrm>
            <a:off x="475488" y="3008376"/>
            <a:ext cx="2162556" cy="329184"/>
          </a:xfrm>
          <a:prstGeom prst="rect">
            <a:avLst/>
          </a:prstGeom>
          <a:noFill/>
          <a:ln/>
        </p:spPr>
        <p:txBody>
          <a:bodyPr wrap="square" lIns="0" tIns="0" rIns="0" bIns="0" rtlCol="0" anchor="ctr"/>
          <a:lstStyle/>
          <a:p>
            <a:pPr marL="0" indent="0">
              <a:buNone/>
            </a:pPr>
            <a:r>
              <a:rPr lang="en-US" sz="1050" b="1" dirty="0">
                <a:solidFill>
                  <a:srgbClr val="071A52"/>
                </a:solidFill>
              </a:rPr>
              <a:t>TotalAmount</a:t>
            </a:r>
            <a:endParaRPr lang="en-US" sz="1050" dirty="0"/>
          </a:p>
        </p:txBody>
      </p:sp>
      <p:sp>
        <p:nvSpPr>
          <p:cNvPr id="24" name="Text 22"/>
          <p:cNvSpPr/>
          <p:nvPr/>
        </p:nvSpPr>
        <p:spPr>
          <a:xfrm>
            <a:off x="2638044" y="3008376"/>
            <a:ext cx="1572768" cy="329184"/>
          </a:xfrm>
          <a:prstGeom prst="rect">
            <a:avLst/>
          </a:prstGeom>
          <a:noFill/>
          <a:ln/>
        </p:spPr>
        <p:txBody>
          <a:bodyPr wrap="square" lIns="0" tIns="0" rIns="0" bIns="0" rtlCol="0" anchor="ctr"/>
          <a:lstStyle/>
          <a:p>
            <a:pPr marL="0" indent="0">
              <a:buNone/>
            </a:pPr>
            <a:r>
              <a:rPr lang="en-US" sz="1050" dirty="0">
                <a:solidFill>
                  <a:srgbClr val="5A6A7E"/>
                </a:solidFill>
              </a:rPr>
              <a:t>number</a:t>
            </a:r>
            <a:endParaRPr lang="en-US" sz="1050" dirty="0"/>
          </a:p>
        </p:txBody>
      </p:sp>
      <p:sp>
        <p:nvSpPr>
          <p:cNvPr id="25" name="Text 23"/>
          <p:cNvSpPr/>
          <p:nvPr/>
        </p:nvSpPr>
        <p:spPr>
          <a:xfrm>
            <a:off x="4800600" y="1325880"/>
            <a:ext cx="3977640" cy="320040"/>
          </a:xfrm>
          <a:prstGeom prst="rect">
            <a:avLst/>
          </a:prstGeom>
          <a:noFill/>
          <a:ln/>
        </p:spPr>
        <p:txBody>
          <a:bodyPr wrap="square" lIns="0" tIns="0" rIns="0" bIns="0" rtlCol="0" anchor="ctr"/>
          <a:lstStyle/>
          <a:p>
            <a:pPr marL="0" indent="0">
              <a:buNone/>
            </a:pPr>
            <a:r>
              <a:rPr lang="en-US" sz="1300" b="1" dirty="0">
                <a:solidFill>
                  <a:srgbClr val="1344A0"/>
                </a:solidFill>
              </a:rPr>
              <a:t>Line Item Fields</a:t>
            </a:r>
            <a:endParaRPr lang="en-US" sz="1300" dirty="0"/>
          </a:p>
        </p:txBody>
      </p:sp>
      <p:sp>
        <p:nvSpPr>
          <p:cNvPr id="26" name="Shape 24"/>
          <p:cNvSpPr/>
          <p:nvPr/>
        </p:nvSpPr>
        <p:spPr>
          <a:xfrm>
            <a:off x="4800600" y="1691640"/>
            <a:ext cx="3977640" cy="329184"/>
          </a:xfrm>
          <a:prstGeom prst="rect">
            <a:avLst/>
          </a:prstGeom>
          <a:solidFill>
            <a:srgbClr val="1344A0"/>
          </a:solidFill>
          <a:ln w="12700">
            <a:solidFill>
              <a:srgbClr val="1344A0"/>
            </a:solidFill>
            <a:prstDash val="solid"/>
          </a:ln>
        </p:spPr>
        <p:txBody>
          <a:bodyPr/>
          <a:lstStyle/>
          <a:p>
            <a:endParaRPr lang="en-SG"/>
          </a:p>
        </p:txBody>
      </p:sp>
      <p:sp>
        <p:nvSpPr>
          <p:cNvPr id="27" name="Text 25"/>
          <p:cNvSpPr/>
          <p:nvPr/>
        </p:nvSpPr>
        <p:spPr>
          <a:xfrm>
            <a:off x="4910328" y="1691640"/>
            <a:ext cx="3758184" cy="329184"/>
          </a:xfrm>
          <a:prstGeom prst="rect">
            <a:avLst/>
          </a:prstGeom>
          <a:noFill/>
          <a:ln/>
        </p:spPr>
        <p:txBody>
          <a:bodyPr wrap="square" lIns="0" tIns="0" rIns="0" bIns="0" rtlCol="0" anchor="ctr"/>
          <a:lstStyle/>
          <a:p>
            <a:pPr marL="0" indent="0">
              <a:buNone/>
            </a:pPr>
            <a:r>
              <a:rPr lang="en-US" sz="1100" b="1" dirty="0">
                <a:solidFill>
                  <a:srgbClr val="FFFFFF"/>
                </a:solidFill>
              </a:rPr>
              <a:t>Field Name</a:t>
            </a:r>
            <a:r>
              <a:rPr lang="en-US" sz="1100" dirty="0">
                <a:solidFill>
                  <a:srgbClr val="FFFFFF"/>
                </a:solidFill>
              </a:rPr>
              <a:t>     </a:t>
            </a:r>
            <a:r>
              <a:rPr lang="en-US" sz="1100" b="1" dirty="0">
                <a:solidFill>
                  <a:srgbClr val="FFFFFF"/>
                </a:solidFill>
              </a:rPr>
              <a:t>Type / Notes</a:t>
            </a:r>
            <a:endParaRPr lang="en-US" sz="1100" dirty="0"/>
          </a:p>
        </p:txBody>
      </p:sp>
      <p:sp>
        <p:nvSpPr>
          <p:cNvPr id="28" name="Shape 26"/>
          <p:cNvSpPr/>
          <p:nvPr/>
        </p:nvSpPr>
        <p:spPr>
          <a:xfrm>
            <a:off x="4800600" y="2020824"/>
            <a:ext cx="3977640" cy="329184"/>
          </a:xfrm>
          <a:prstGeom prst="rect">
            <a:avLst/>
          </a:prstGeom>
          <a:solidFill>
            <a:srgbClr val="FFFFFF"/>
          </a:solidFill>
          <a:ln w="6350">
            <a:solidFill>
              <a:srgbClr val="D6DDE8"/>
            </a:solidFill>
            <a:prstDash val="solid"/>
          </a:ln>
        </p:spPr>
        <p:txBody>
          <a:bodyPr/>
          <a:lstStyle/>
          <a:p>
            <a:endParaRPr lang="en-SG"/>
          </a:p>
        </p:txBody>
      </p:sp>
      <p:sp>
        <p:nvSpPr>
          <p:cNvPr id="29" name="Text 27"/>
          <p:cNvSpPr/>
          <p:nvPr/>
        </p:nvSpPr>
        <p:spPr>
          <a:xfrm>
            <a:off x="4910328" y="2020824"/>
            <a:ext cx="2187702" cy="329184"/>
          </a:xfrm>
          <a:prstGeom prst="rect">
            <a:avLst/>
          </a:prstGeom>
          <a:noFill/>
          <a:ln/>
        </p:spPr>
        <p:txBody>
          <a:bodyPr wrap="square" lIns="0" tIns="0" rIns="0" bIns="0" rtlCol="0" anchor="ctr"/>
          <a:lstStyle/>
          <a:p>
            <a:pPr marL="0" indent="0">
              <a:buNone/>
            </a:pPr>
            <a:r>
              <a:rPr lang="en-US" sz="1050" b="1" dirty="0">
                <a:solidFill>
                  <a:srgbClr val="071A52"/>
                </a:solidFill>
              </a:rPr>
              <a:t>Description</a:t>
            </a:r>
            <a:endParaRPr lang="en-US" sz="1050" dirty="0"/>
          </a:p>
        </p:txBody>
      </p:sp>
      <p:sp>
        <p:nvSpPr>
          <p:cNvPr id="30" name="Text 28"/>
          <p:cNvSpPr/>
          <p:nvPr/>
        </p:nvSpPr>
        <p:spPr>
          <a:xfrm>
            <a:off x="7098030" y="2020824"/>
            <a:ext cx="1591056" cy="329184"/>
          </a:xfrm>
          <a:prstGeom prst="rect">
            <a:avLst/>
          </a:prstGeom>
          <a:noFill/>
          <a:ln/>
        </p:spPr>
        <p:txBody>
          <a:bodyPr wrap="square" lIns="0" tIns="0" rIns="0" bIns="0" rtlCol="0" anchor="ctr"/>
          <a:lstStyle/>
          <a:p>
            <a:pPr marL="0" indent="0">
              <a:buNone/>
            </a:pPr>
            <a:r>
              <a:rPr lang="en-US" sz="1050" dirty="0">
                <a:solidFill>
                  <a:srgbClr val="5A6A7E"/>
                </a:solidFill>
              </a:rPr>
              <a:t>string</a:t>
            </a:r>
            <a:endParaRPr lang="en-US" sz="1050" dirty="0"/>
          </a:p>
        </p:txBody>
      </p:sp>
      <p:sp>
        <p:nvSpPr>
          <p:cNvPr id="31" name="Shape 29"/>
          <p:cNvSpPr/>
          <p:nvPr/>
        </p:nvSpPr>
        <p:spPr>
          <a:xfrm>
            <a:off x="4800600" y="2350008"/>
            <a:ext cx="3977640" cy="329184"/>
          </a:xfrm>
          <a:prstGeom prst="rect">
            <a:avLst/>
          </a:prstGeom>
          <a:solidFill>
            <a:srgbClr val="E8F0FD"/>
          </a:solidFill>
          <a:ln w="6350">
            <a:solidFill>
              <a:srgbClr val="D6DDE8"/>
            </a:solidFill>
            <a:prstDash val="solid"/>
          </a:ln>
        </p:spPr>
        <p:txBody>
          <a:bodyPr/>
          <a:lstStyle/>
          <a:p>
            <a:endParaRPr lang="en-SG"/>
          </a:p>
        </p:txBody>
      </p:sp>
      <p:sp>
        <p:nvSpPr>
          <p:cNvPr id="32" name="Text 30"/>
          <p:cNvSpPr/>
          <p:nvPr/>
        </p:nvSpPr>
        <p:spPr>
          <a:xfrm>
            <a:off x="4910328" y="2350008"/>
            <a:ext cx="2187702" cy="329184"/>
          </a:xfrm>
          <a:prstGeom prst="rect">
            <a:avLst/>
          </a:prstGeom>
          <a:noFill/>
          <a:ln/>
        </p:spPr>
        <p:txBody>
          <a:bodyPr wrap="square" lIns="0" tIns="0" rIns="0" bIns="0" rtlCol="0" anchor="ctr"/>
          <a:lstStyle/>
          <a:p>
            <a:pPr marL="0" indent="0">
              <a:buNone/>
            </a:pPr>
            <a:r>
              <a:rPr lang="en-US" sz="1050" b="1" dirty="0">
                <a:solidFill>
                  <a:srgbClr val="071A52"/>
                </a:solidFill>
              </a:rPr>
              <a:t>Quantity</a:t>
            </a:r>
            <a:endParaRPr lang="en-US" sz="1050" dirty="0"/>
          </a:p>
        </p:txBody>
      </p:sp>
      <p:sp>
        <p:nvSpPr>
          <p:cNvPr id="33" name="Text 31"/>
          <p:cNvSpPr/>
          <p:nvPr/>
        </p:nvSpPr>
        <p:spPr>
          <a:xfrm>
            <a:off x="7098030" y="2350008"/>
            <a:ext cx="1591056" cy="329184"/>
          </a:xfrm>
          <a:prstGeom prst="rect">
            <a:avLst/>
          </a:prstGeom>
          <a:noFill/>
          <a:ln/>
        </p:spPr>
        <p:txBody>
          <a:bodyPr wrap="square" lIns="0" tIns="0" rIns="0" bIns="0" rtlCol="0" anchor="ctr"/>
          <a:lstStyle/>
          <a:p>
            <a:pPr marL="0" indent="0">
              <a:buNone/>
            </a:pPr>
            <a:r>
              <a:rPr lang="en-US" sz="1050" dirty="0">
                <a:solidFill>
                  <a:srgbClr val="5A6A7E"/>
                </a:solidFill>
              </a:rPr>
              <a:t>string</a:t>
            </a:r>
            <a:endParaRPr lang="en-US" sz="1050" dirty="0"/>
          </a:p>
        </p:txBody>
      </p:sp>
      <p:sp>
        <p:nvSpPr>
          <p:cNvPr id="34" name="Shape 32"/>
          <p:cNvSpPr/>
          <p:nvPr/>
        </p:nvSpPr>
        <p:spPr>
          <a:xfrm>
            <a:off x="4800600" y="2679192"/>
            <a:ext cx="3977640" cy="329184"/>
          </a:xfrm>
          <a:prstGeom prst="rect">
            <a:avLst/>
          </a:prstGeom>
          <a:solidFill>
            <a:srgbClr val="FFFFFF"/>
          </a:solidFill>
          <a:ln w="6350">
            <a:solidFill>
              <a:srgbClr val="D6DDE8"/>
            </a:solidFill>
            <a:prstDash val="solid"/>
          </a:ln>
        </p:spPr>
        <p:txBody>
          <a:bodyPr/>
          <a:lstStyle/>
          <a:p>
            <a:endParaRPr lang="en-SG"/>
          </a:p>
        </p:txBody>
      </p:sp>
      <p:sp>
        <p:nvSpPr>
          <p:cNvPr id="35" name="Text 33"/>
          <p:cNvSpPr/>
          <p:nvPr/>
        </p:nvSpPr>
        <p:spPr>
          <a:xfrm>
            <a:off x="4910328" y="2679192"/>
            <a:ext cx="2187702" cy="329184"/>
          </a:xfrm>
          <a:prstGeom prst="rect">
            <a:avLst/>
          </a:prstGeom>
          <a:noFill/>
          <a:ln/>
        </p:spPr>
        <p:txBody>
          <a:bodyPr wrap="square" lIns="0" tIns="0" rIns="0" bIns="0" rtlCol="0" anchor="ctr"/>
          <a:lstStyle/>
          <a:p>
            <a:pPr marL="0" indent="0">
              <a:buNone/>
            </a:pPr>
            <a:r>
              <a:rPr lang="en-US" sz="1050" b="1" dirty="0">
                <a:solidFill>
                  <a:srgbClr val="071A52"/>
                </a:solidFill>
              </a:rPr>
              <a:t>PricePerUnit</a:t>
            </a:r>
            <a:endParaRPr lang="en-US" sz="1050" dirty="0"/>
          </a:p>
        </p:txBody>
      </p:sp>
      <p:sp>
        <p:nvSpPr>
          <p:cNvPr id="36" name="Text 34"/>
          <p:cNvSpPr/>
          <p:nvPr/>
        </p:nvSpPr>
        <p:spPr>
          <a:xfrm>
            <a:off x="7098030" y="2679192"/>
            <a:ext cx="1591056" cy="329184"/>
          </a:xfrm>
          <a:prstGeom prst="rect">
            <a:avLst/>
          </a:prstGeom>
          <a:noFill/>
          <a:ln/>
        </p:spPr>
        <p:txBody>
          <a:bodyPr wrap="square" lIns="0" tIns="0" rIns="0" bIns="0" rtlCol="0" anchor="ctr"/>
          <a:lstStyle/>
          <a:p>
            <a:pPr marL="0" indent="0">
              <a:buNone/>
            </a:pPr>
            <a:r>
              <a:rPr lang="en-US" sz="1050" dirty="0">
                <a:solidFill>
                  <a:srgbClr val="5A6A7E"/>
                </a:solidFill>
              </a:rPr>
              <a:t>number</a:t>
            </a:r>
            <a:endParaRPr lang="en-US" sz="1050" dirty="0"/>
          </a:p>
        </p:txBody>
      </p:sp>
      <p:sp>
        <p:nvSpPr>
          <p:cNvPr id="37" name="Shape 35"/>
          <p:cNvSpPr/>
          <p:nvPr/>
        </p:nvSpPr>
        <p:spPr>
          <a:xfrm>
            <a:off x="4800600" y="3008376"/>
            <a:ext cx="3977640" cy="329184"/>
          </a:xfrm>
          <a:prstGeom prst="rect">
            <a:avLst/>
          </a:prstGeom>
          <a:solidFill>
            <a:srgbClr val="E8F0FD"/>
          </a:solidFill>
          <a:ln w="6350">
            <a:solidFill>
              <a:srgbClr val="D6DDE8"/>
            </a:solidFill>
            <a:prstDash val="solid"/>
          </a:ln>
        </p:spPr>
        <p:txBody>
          <a:bodyPr/>
          <a:lstStyle/>
          <a:p>
            <a:endParaRPr lang="en-SG"/>
          </a:p>
        </p:txBody>
      </p:sp>
      <p:sp>
        <p:nvSpPr>
          <p:cNvPr id="38" name="Text 36"/>
          <p:cNvSpPr/>
          <p:nvPr/>
        </p:nvSpPr>
        <p:spPr>
          <a:xfrm>
            <a:off x="4910328" y="3008376"/>
            <a:ext cx="2187702" cy="329184"/>
          </a:xfrm>
          <a:prstGeom prst="rect">
            <a:avLst/>
          </a:prstGeom>
          <a:noFill/>
          <a:ln/>
        </p:spPr>
        <p:txBody>
          <a:bodyPr wrap="square" lIns="0" tIns="0" rIns="0" bIns="0" rtlCol="0" anchor="ctr"/>
          <a:lstStyle/>
          <a:p>
            <a:pPr marL="0" indent="0">
              <a:buNone/>
            </a:pPr>
            <a:r>
              <a:rPr lang="en-US" sz="1050" b="1" dirty="0">
                <a:solidFill>
                  <a:srgbClr val="071A52"/>
                </a:solidFill>
              </a:rPr>
              <a:t>TotalPricePerProduct</a:t>
            </a:r>
            <a:endParaRPr lang="en-US" sz="1050" dirty="0"/>
          </a:p>
        </p:txBody>
      </p:sp>
      <p:sp>
        <p:nvSpPr>
          <p:cNvPr id="39" name="Text 37"/>
          <p:cNvSpPr/>
          <p:nvPr/>
        </p:nvSpPr>
        <p:spPr>
          <a:xfrm>
            <a:off x="7098030" y="3008376"/>
            <a:ext cx="1591056" cy="329184"/>
          </a:xfrm>
          <a:prstGeom prst="rect">
            <a:avLst/>
          </a:prstGeom>
          <a:noFill/>
          <a:ln/>
        </p:spPr>
        <p:txBody>
          <a:bodyPr wrap="square" lIns="0" tIns="0" rIns="0" bIns="0" rtlCol="0" anchor="ctr"/>
          <a:lstStyle/>
          <a:p>
            <a:pPr marL="0" indent="0">
              <a:buNone/>
            </a:pPr>
            <a:r>
              <a:rPr lang="en-US" sz="1050" dirty="0">
                <a:solidFill>
                  <a:srgbClr val="5A6A7E"/>
                </a:solidFill>
              </a:rPr>
              <a:t>number</a:t>
            </a:r>
            <a:endParaRPr lang="en-US" sz="1050" dirty="0"/>
          </a:p>
        </p:txBody>
      </p:sp>
      <p:sp>
        <p:nvSpPr>
          <p:cNvPr id="40" name="Shape 38"/>
          <p:cNvSpPr/>
          <p:nvPr/>
        </p:nvSpPr>
        <p:spPr>
          <a:xfrm>
            <a:off x="365760" y="3749040"/>
            <a:ext cx="8412480" cy="566928"/>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41" name="Shape 39"/>
          <p:cNvSpPr/>
          <p:nvPr/>
        </p:nvSpPr>
        <p:spPr>
          <a:xfrm>
            <a:off x="365760" y="3749040"/>
            <a:ext cx="54864" cy="566928"/>
          </a:xfrm>
          <a:prstGeom prst="rect">
            <a:avLst/>
          </a:prstGeom>
          <a:solidFill>
            <a:srgbClr val="107E3E"/>
          </a:solidFill>
          <a:ln w="12700">
            <a:solidFill>
              <a:srgbClr val="107E3E"/>
            </a:solidFill>
            <a:prstDash val="solid"/>
          </a:ln>
        </p:spPr>
        <p:txBody>
          <a:bodyPr/>
          <a:lstStyle/>
          <a:p>
            <a:endParaRPr lang="en-SG"/>
          </a:p>
        </p:txBody>
      </p:sp>
      <p:sp>
        <p:nvSpPr>
          <p:cNvPr id="42" name="Text 40"/>
          <p:cNvSpPr/>
          <p:nvPr/>
        </p:nvSpPr>
        <p:spPr>
          <a:xfrm>
            <a:off x="512064" y="3877056"/>
            <a:ext cx="8174736" cy="310896"/>
          </a:xfrm>
          <a:prstGeom prst="rect">
            <a:avLst/>
          </a:prstGeom>
          <a:noFill/>
          <a:ln/>
        </p:spPr>
        <p:txBody>
          <a:bodyPr wrap="square" lIns="0" tIns="0" rIns="0" bIns="0" rtlCol="0" anchor="t"/>
          <a:lstStyle/>
          <a:p>
            <a:pPr marL="0" indent="0">
              <a:buNone/>
            </a:pPr>
            <a:r>
              <a:rPr lang="en-US" sz="1100" dirty="0">
                <a:solidFill>
                  <a:srgbClr val="071A52"/>
                </a:solidFill>
              </a:rPr>
              <a:t>After adding all fields, click Activate to enable the schema for document extraction.</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7E3E"/>
          </a:solidFill>
          <a:ln w="12700">
            <a:solidFill>
              <a:srgbClr val="107E3E"/>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Upload Document with Custom Schema</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5 of 5</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Document AI</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Upload with custom schema ]</a:t>
            </a:r>
            <a:endParaRPr lang="en-US" sz="1300" dirty="0"/>
          </a:p>
        </p:txBody>
      </p:sp>
      <p:sp>
        <p:nvSpPr>
          <p:cNvPr id="11" name="Shape 9"/>
          <p:cNvSpPr/>
          <p:nvPr/>
        </p:nvSpPr>
        <p:spPr>
          <a:xfrm>
            <a:off x="5029200" y="960120"/>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914400"/>
          </a:xfrm>
          <a:prstGeom prst="rect">
            <a:avLst/>
          </a:prstGeom>
          <a:solidFill>
            <a:srgbClr val="107E3E"/>
          </a:solidFill>
          <a:ln w="12700">
            <a:solidFill>
              <a:srgbClr val="107E3E"/>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07E3E"/>
                </a:solidFill>
              </a:rPr>
              <a:t>Document Type</a:t>
            </a:r>
            <a:endParaRPr lang="en-US" sz="1200" dirty="0"/>
          </a:p>
        </p:txBody>
      </p:sp>
      <p:sp>
        <p:nvSpPr>
          <p:cNvPr id="14" name="Text 12"/>
          <p:cNvSpPr/>
          <p:nvPr/>
        </p:nvSpPr>
        <p:spPr>
          <a:xfrm>
            <a:off x="5175504" y="1380744"/>
            <a:ext cx="3511296" cy="384048"/>
          </a:xfrm>
          <a:prstGeom prst="rect">
            <a:avLst/>
          </a:prstGeom>
          <a:noFill/>
          <a:ln/>
        </p:spPr>
        <p:txBody>
          <a:bodyPr wrap="square" lIns="0" tIns="0" rIns="0" bIns="0" rtlCol="0" anchor="t"/>
          <a:lstStyle/>
          <a:p>
            <a:pPr marL="0" indent="0">
              <a:buNone/>
            </a:pPr>
            <a:r>
              <a:rPr lang="en-US" sz="1100" dirty="0">
                <a:solidFill>
                  <a:srgbClr val="071A52"/>
                </a:solidFill>
              </a:rPr>
              <a:t>Custom</a:t>
            </a:r>
            <a:endParaRPr lang="en-US" sz="1100" dirty="0"/>
          </a:p>
        </p:txBody>
      </p:sp>
      <p:sp>
        <p:nvSpPr>
          <p:cNvPr id="15" name="Shape 13"/>
          <p:cNvSpPr/>
          <p:nvPr/>
        </p:nvSpPr>
        <p:spPr>
          <a:xfrm>
            <a:off x="5029200" y="1993392"/>
            <a:ext cx="3749040" cy="91440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6" name="Shape 14"/>
          <p:cNvSpPr/>
          <p:nvPr/>
        </p:nvSpPr>
        <p:spPr>
          <a:xfrm>
            <a:off x="5029200" y="1993392"/>
            <a:ext cx="54864" cy="914400"/>
          </a:xfrm>
          <a:prstGeom prst="rect">
            <a:avLst/>
          </a:prstGeom>
          <a:solidFill>
            <a:srgbClr val="1344A0"/>
          </a:solidFill>
          <a:ln w="12700">
            <a:solidFill>
              <a:srgbClr val="1344A0"/>
            </a:solidFill>
            <a:prstDash val="solid"/>
          </a:ln>
        </p:spPr>
        <p:txBody>
          <a:bodyPr/>
          <a:lstStyle/>
          <a:p>
            <a:endParaRPr lang="en-SG"/>
          </a:p>
        </p:txBody>
      </p:sp>
      <p:sp>
        <p:nvSpPr>
          <p:cNvPr id="17" name="Text 15"/>
          <p:cNvSpPr/>
          <p:nvPr/>
        </p:nvSpPr>
        <p:spPr>
          <a:xfrm>
            <a:off x="5175504" y="2103120"/>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Schema</a:t>
            </a:r>
            <a:endParaRPr lang="en-US" sz="1200" dirty="0"/>
          </a:p>
        </p:txBody>
      </p:sp>
      <p:sp>
        <p:nvSpPr>
          <p:cNvPr id="18" name="Text 16"/>
          <p:cNvSpPr/>
          <p:nvPr/>
        </p:nvSpPr>
        <p:spPr>
          <a:xfrm>
            <a:off x="5175504" y="2414016"/>
            <a:ext cx="3511296" cy="384048"/>
          </a:xfrm>
          <a:prstGeom prst="rect">
            <a:avLst/>
          </a:prstGeom>
          <a:noFill/>
          <a:ln/>
        </p:spPr>
        <p:txBody>
          <a:bodyPr wrap="square" lIns="0" tIns="0" rIns="0" bIns="0" rtlCol="0" anchor="t"/>
          <a:lstStyle/>
          <a:p>
            <a:pPr marL="0" indent="0">
              <a:buNone/>
            </a:pPr>
            <a:r>
              <a:rPr lang="en-US" sz="1100" dirty="0">
                <a:solidFill>
                  <a:srgbClr val="071A52"/>
                </a:solidFill>
              </a:rPr>
              <a:t>GenAI_Workshop_name</a:t>
            </a:r>
            <a:endParaRPr lang="en-US" sz="1100" dirty="0"/>
          </a:p>
        </p:txBody>
      </p:sp>
      <p:sp>
        <p:nvSpPr>
          <p:cNvPr id="19" name="Shape 17"/>
          <p:cNvSpPr/>
          <p:nvPr/>
        </p:nvSpPr>
        <p:spPr>
          <a:xfrm>
            <a:off x="5029200" y="3026664"/>
            <a:ext cx="3749040" cy="1453896"/>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20" name="Shape 18"/>
          <p:cNvSpPr/>
          <p:nvPr/>
        </p:nvSpPr>
        <p:spPr>
          <a:xfrm>
            <a:off x="5029200" y="3026664"/>
            <a:ext cx="54864" cy="1453896"/>
          </a:xfrm>
          <a:prstGeom prst="rect">
            <a:avLst/>
          </a:prstGeom>
          <a:solidFill>
            <a:srgbClr val="0070F2"/>
          </a:solidFill>
          <a:ln w="12700">
            <a:solidFill>
              <a:srgbClr val="0070F2"/>
            </a:solidFill>
            <a:prstDash val="solid"/>
          </a:ln>
        </p:spPr>
        <p:txBody>
          <a:bodyPr/>
          <a:lstStyle/>
          <a:p>
            <a:endParaRPr lang="en-SG"/>
          </a:p>
        </p:txBody>
      </p:sp>
      <p:sp>
        <p:nvSpPr>
          <p:cNvPr id="21" name="Text 19"/>
          <p:cNvSpPr/>
          <p:nvPr/>
        </p:nvSpPr>
        <p:spPr>
          <a:xfrm>
            <a:off x="5175504" y="3136392"/>
            <a:ext cx="3511296" cy="292608"/>
          </a:xfrm>
          <a:prstGeom prst="rect">
            <a:avLst/>
          </a:prstGeom>
          <a:noFill/>
          <a:ln/>
        </p:spPr>
        <p:txBody>
          <a:bodyPr wrap="square" lIns="0" tIns="0" rIns="0" bIns="0" rtlCol="0" anchor="ctr"/>
          <a:lstStyle/>
          <a:p>
            <a:pPr marL="0" indent="0">
              <a:buNone/>
            </a:pPr>
            <a:r>
              <a:rPr lang="en-US" sz="1200" b="1" dirty="0">
                <a:solidFill>
                  <a:srgbClr val="0070F2"/>
                </a:solidFill>
              </a:rPr>
              <a:t>What to expect</a:t>
            </a:r>
            <a:endParaRPr lang="en-US" sz="1200" dirty="0"/>
          </a:p>
        </p:txBody>
      </p:sp>
      <p:sp>
        <p:nvSpPr>
          <p:cNvPr id="22" name="Text 20"/>
          <p:cNvSpPr/>
          <p:nvPr/>
        </p:nvSpPr>
        <p:spPr>
          <a:xfrm>
            <a:off x="5175504" y="3447288"/>
            <a:ext cx="3511296" cy="923544"/>
          </a:xfrm>
          <a:prstGeom prst="rect">
            <a:avLst/>
          </a:prstGeom>
          <a:noFill/>
          <a:ln/>
        </p:spPr>
        <p:txBody>
          <a:bodyPr wrap="square" lIns="0" tIns="0" rIns="0" bIns="0" rtlCol="0" anchor="t"/>
          <a:lstStyle/>
          <a:p>
            <a:pPr marL="0" indent="0">
              <a:buNone/>
            </a:pPr>
            <a:r>
              <a:rPr lang="en-US" sz="1100" dirty="0">
                <a:solidFill>
                  <a:srgbClr val="071A52"/>
                </a:solidFill>
              </a:rPr>
              <a:t>SAP Document AI will extract the invoice fields defined in your custom schema. Review the results and check confidence levels for each extracted field.</a:t>
            </a:r>
            <a:endParaRPr lang="en-US" sz="1100" dirty="0"/>
          </a:p>
        </p:txBody>
      </p:sp>
      <p:pic>
        <p:nvPicPr>
          <p:cNvPr id="23" name="Picture 22">
            <a:extLst>
              <a:ext uri="{FF2B5EF4-FFF2-40B4-BE49-F238E27FC236}">
                <a16:creationId xmlns:a16="http://schemas.microsoft.com/office/drawing/2014/main" id="{E8FC7FA5-506B-2975-9E4A-988718012AFD}"/>
              </a:ext>
            </a:extLst>
          </p:cNvPr>
          <p:cNvPicPr>
            <a:picLocks noChangeAspect="1"/>
          </p:cNvPicPr>
          <p:nvPr/>
        </p:nvPicPr>
        <p:blipFill>
          <a:blip r:embed="rId3"/>
          <a:stretch>
            <a:fillRect/>
          </a:stretch>
        </p:blipFill>
        <p:spPr>
          <a:xfrm>
            <a:off x="468217" y="960119"/>
            <a:ext cx="4184463" cy="352043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44A0"/>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FFFFFF">
              <a:alpha val="15000"/>
            </a:srgbClr>
          </a:solidFill>
          <a:ln w="12700">
            <a:solidFill>
              <a:srgbClr val="FFFFFF"/>
            </a:solidFill>
            <a:prstDash val="solid"/>
          </a:ln>
        </p:spPr>
        <p:txBody>
          <a:bodyPr/>
          <a:lstStyle/>
          <a:p>
            <a:endParaRPr lang="en-SG"/>
          </a:p>
        </p:txBody>
      </p:sp>
      <p:sp>
        <p:nvSpPr>
          <p:cNvPr id="3" name="Shape 1"/>
          <p:cNvSpPr/>
          <p:nvPr/>
        </p:nvSpPr>
        <p:spPr>
          <a:xfrm>
            <a:off x="7498080" y="3200400"/>
            <a:ext cx="2286000" cy="2286000"/>
          </a:xfrm>
          <a:prstGeom prst="ellipse">
            <a:avLst/>
          </a:prstGeom>
          <a:solidFill>
            <a:srgbClr val="FFFFFF">
              <a:alpha val="12000"/>
            </a:srgbClr>
          </a:solidFill>
          <a:ln w="12700">
            <a:solidFill>
              <a:srgbClr val="FFFFFF"/>
            </a:solidFill>
            <a:prstDash val="solid"/>
          </a:ln>
        </p:spPr>
        <p:txBody>
          <a:bodyPr/>
          <a:lstStyle/>
          <a:p>
            <a:endParaRPr lang="en-SG"/>
          </a:p>
        </p:txBody>
      </p:sp>
      <p:sp>
        <p:nvSpPr>
          <p:cNvPr id="4" name="Text 2"/>
          <p:cNvSpPr/>
          <p:nvPr/>
        </p:nvSpPr>
        <p:spPr>
          <a:xfrm>
            <a:off x="640080" y="1005840"/>
            <a:ext cx="6583680" cy="914400"/>
          </a:xfrm>
          <a:prstGeom prst="rect">
            <a:avLst/>
          </a:prstGeom>
          <a:noFill/>
          <a:ln/>
        </p:spPr>
        <p:txBody>
          <a:bodyPr wrap="square" lIns="0" tIns="0" rIns="0" bIns="0" rtlCol="0" anchor="ctr"/>
          <a:lstStyle/>
          <a:p>
            <a:pPr marL="0" indent="0">
              <a:buNone/>
            </a:pPr>
            <a:r>
              <a:rPr lang="en-US" sz="4000" b="1" dirty="0">
                <a:solidFill>
                  <a:srgbClr val="FFFFFF"/>
                </a:solidFill>
              </a:rPr>
              <a:t>SAP AI Launchpad</a:t>
            </a:r>
            <a:endParaRPr lang="en-US" sz="4000" dirty="0"/>
          </a:p>
        </p:txBody>
      </p:sp>
      <p:sp>
        <p:nvSpPr>
          <p:cNvPr id="5" name="Text 3"/>
          <p:cNvSpPr/>
          <p:nvPr/>
        </p:nvSpPr>
        <p:spPr>
          <a:xfrm>
            <a:off x="640080" y="1993392"/>
            <a:ext cx="6400800" cy="457200"/>
          </a:xfrm>
          <a:prstGeom prst="rect">
            <a:avLst/>
          </a:prstGeom>
          <a:noFill/>
          <a:ln/>
        </p:spPr>
        <p:txBody>
          <a:bodyPr wrap="square" lIns="0" tIns="0" rIns="0" bIns="0" rtlCol="0" anchor="ctr"/>
          <a:lstStyle/>
          <a:p>
            <a:pPr marL="0" indent="0">
              <a:buNone/>
            </a:pPr>
            <a:r>
              <a:rPr lang="en-US" sz="1800" dirty="0">
                <a:solidFill>
                  <a:srgbClr val="FFFFFF"/>
                </a:solidFill>
              </a:rPr>
              <a:t>Hands-On Workshop</a:t>
            </a:r>
            <a:endParaRPr lang="en-US" sz="1800" dirty="0"/>
          </a:p>
        </p:txBody>
      </p:sp>
      <p:sp>
        <p:nvSpPr>
          <p:cNvPr id="6" name="Shape 4"/>
          <p:cNvSpPr/>
          <p:nvPr/>
        </p:nvSpPr>
        <p:spPr>
          <a:xfrm>
            <a:off x="640080" y="2560320"/>
            <a:ext cx="2560320" cy="45720"/>
          </a:xfrm>
          <a:prstGeom prst="rect">
            <a:avLst/>
          </a:prstGeom>
          <a:solidFill>
            <a:srgbClr val="F0A500"/>
          </a:solidFill>
          <a:ln w="12700">
            <a:solidFill>
              <a:srgbClr val="F0A500"/>
            </a:solidFill>
            <a:prstDash val="solid"/>
          </a:ln>
        </p:spPr>
        <p:txBody>
          <a:bodyPr/>
          <a:lstStyle/>
          <a:p>
            <a:endParaRPr lang="en-SG"/>
          </a:p>
        </p:txBody>
      </p:sp>
      <p:sp>
        <p:nvSpPr>
          <p:cNvPr id="7" name="Text 5"/>
          <p:cNvSpPr/>
          <p:nvPr/>
        </p:nvSpPr>
        <p:spPr>
          <a:xfrm>
            <a:off x="640080" y="2697480"/>
            <a:ext cx="4572000" cy="365760"/>
          </a:xfrm>
          <a:prstGeom prst="rect">
            <a:avLst/>
          </a:prstGeom>
          <a:noFill/>
          <a:ln/>
        </p:spPr>
        <p:txBody>
          <a:bodyPr wrap="square" lIns="0" tIns="0" rIns="0" bIns="0" rtlCol="0" anchor="ctr"/>
          <a:lstStyle/>
          <a:p>
            <a:pPr marL="0" indent="0">
              <a:buNone/>
            </a:pPr>
            <a:r>
              <a:rPr lang="en-US" sz="1300" b="1" dirty="0">
                <a:solidFill>
                  <a:srgbClr val="F0A500"/>
                </a:solidFill>
              </a:rPr>
              <a:t>9 hands-on steps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Go to AI Core</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1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AI Core workspace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Open SAP AI Launchpad and navigate to the AI Core workspace.</a:t>
            </a:r>
            <a:endParaRPr lang="en-US" sz="1100" dirty="0"/>
          </a:p>
          <a:p>
            <a:pPr marL="0" indent="0">
              <a:buNone/>
            </a:pPr>
            <a:endParaRPr lang="en-US" sz="1100" dirty="0"/>
          </a:p>
          <a:p>
            <a:pPr marL="0" indent="0">
              <a:buNone/>
            </a:pPr>
            <a:r>
              <a:rPr lang="en-US" sz="1100" dirty="0">
                <a:solidFill>
                  <a:srgbClr val="071A52"/>
                </a:solidFill>
              </a:rPr>
              <a:t>“ai-core” is already set up — you do not need to configure the backend connection.</a:t>
            </a:r>
            <a:endParaRPr lang="en-US" sz="1100" dirty="0"/>
          </a:p>
          <a:p>
            <a:pPr marL="0" indent="0">
              <a:buNone/>
            </a:pPr>
            <a:endParaRPr lang="en-US" sz="1100" dirty="0"/>
          </a:p>
          <a:p>
            <a:pPr marL="0" indent="0">
              <a:buNone/>
            </a:pPr>
            <a:r>
              <a:rPr lang="en-US" sz="1100" dirty="0">
                <a:solidFill>
                  <a:srgbClr val="071A52"/>
                </a:solidFill>
              </a:rPr>
              <a:t>From here you will create an Orchestration configuration and deployment.</a:t>
            </a:r>
            <a:endParaRPr lang="en-US" sz="1100" dirty="0"/>
          </a:p>
        </p:txBody>
      </p:sp>
      <p:pic>
        <p:nvPicPr>
          <p:cNvPr id="16" name="Picture 15">
            <a:extLst>
              <a:ext uri="{FF2B5EF4-FFF2-40B4-BE49-F238E27FC236}">
                <a16:creationId xmlns:a16="http://schemas.microsoft.com/office/drawing/2014/main" id="{D248C128-D58F-A2CC-9C9F-B99969E4EB89}"/>
              </a:ext>
            </a:extLst>
          </p:cNvPr>
          <p:cNvPicPr>
            <a:picLocks noChangeAspect="1"/>
          </p:cNvPicPr>
          <p:nvPr/>
        </p:nvPicPr>
        <p:blipFill>
          <a:blip r:embed="rId3"/>
          <a:stretch>
            <a:fillRect/>
          </a:stretch>
        </p:blipFill>
        <p:spPr>
          <a:xfrm>
            <a:off x="365760" y="2030752"/>
            <a:ext cx="4389120" cy="137917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Configuration for Orchestration Deployment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2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Configurations section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In the AI Core workspace, navigate to the Configurations section from the left-hand menu.</a:t>
            </a:r>
            <a:endParaRPr lang="en-US" sz="1100" dirty="0"/>
          </a:p>
          <a:p>
            <a:pPr marL="0" indent="0">
              <a:buNone/>
            </a:pPr>
            <a:endParaRPr lang="en-US" sz="1100" dirty="0"/>
          </a:p>
          <a:p>
            <a:pPr marL="0" indent="0">
              <a:buNone/>
            </a:pPr>
            <a:r>
              <a:rPr lang="en-US" sz="1100" dirty="0">
                <a:solidFill>
                  <a:srgbClr val="071A52"/>
                </a:solidFill>
              </a:rPr>
              <a:t>Click Create to start a new configuration.</a:t>
            </a:r>
            <a:endParaRPr lang="en-US" sz="1100" dirty="0"/>
          </a:p>
          <a:p>
            <a:pPr marL="0" indent="0">
              <a:buNone/>
            </a:pPr>
            <a:endParaRPr lang="en-US" sz="1100" dirty="0"/>
          </a:p>
          <a:p>
            <a:pPr marL="0" indent="0">
              <a:buNone/>
            </a:pPr>
            <a:r>
              <a:rPr lang="en-US" sz="1100" dirty="0">
                <a:solidFill>
                  <a:srgbClr val="071A52"/>
                </a:solidFill>
              </a:rPr>
              <a:t>This configuration will be used to deploy the Orchestration service, which powers the LLM-based scenarios you will test.</a:t>
            </a:r>
            <a:endParaRPr lang="en-US" sz="1100" dirty="0"/>
          </a:p>
        </p:txBody>
      </p:sp>
      <p:pic>
        <p:nvPicPr>
          <p:cNvPr id="15" name="Picture 14">
            <a:extLst>
              <a:ext uri="{FF2B5EF4-FFF2-40B4-BE49-F238E27FC236}">
                <a16:creationId xmlns:a16="http://schemas.microsoft.com/office/drawing/2014/main" id="{29A69262-5BA3-1BF2-3C95-22549CF81FB0}"/>
              </a:ext>
            </a:extLst>
          </p:cNvPr>
          <p:cNvPicPr>
            <a:picLocks noChangeAspect="1"/>
          </p:cNvPicPr>
          <p:nvPr/>
        </p:nvPicPr>
        <p:blipFill>
          <a:blip r:embed="rId3"/>
          <a:stretch>
            <a:fillRect/>
          </a:stretch>
        </p:blipFill>
        <p:spPr>
          <a:xfrm>
            <a:off x="593458" y="960120"/>
            <a:ext cx="3955005" cy="35204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Fill in Deployment Details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3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Configuration form ]</a:t>
            </a:r>
            <a:endParaRPr lang="en-US" sz="1300" dirty="0"/>
          </a:p>
        </p:txBody>
      </p:sp>
      <p:sp>
        <p:nvSpPr>
          <p:cNvPr id="11" name="Text 9"/>
          <p:cNvSpPr/>
          <p:nvPr/>
        </p:nvSpPr>
        <p:spPr>
          <a:xfrm>
            <a:off x="5029200" y="960120"/>
            <a:ext cx="3749040" cy="320040"/>
          </a:xfrm>
          <a:prstGeom prst="rect">
            <a:avLst/>
          </a:prstGeom>
          <a:noFill/>
          <a:ln/>
        </p:spPr>
        <p:txBody>
          <a:bodyPr wrap="square" lIns="0" tIns="0" rIns="0" bIns="0" rtlCol="0" anchor="ctr"/>
          <a:lstStyle/>
          <a:p>
            <a:pPr marL="0" indent="0">
              <a:buNone/>
            </a:pPr>
            <a:r>
              <a:rPr lang="en-US" sz="1200" dirty="0">
                <a:solidFill>
                  <a:srgbClr val="071A52"/>
                </a:solidFill>
              </a:rPr>
              <a:t>Enter the following configuration details:</a:t>
            </a:r>
            <a:endParaRPr lang="en-US" sz="1200" dirty="0"/>
          </a:p>
        </p:txBody>
      </p:sp>
      <p:sp>
        <p:nvSpPr>
          <p:cNvPr id="12" name="Shape 10"/>
          <p:cNvSpPr/>
          <p:nvPr/>
        </p:nvSpPr>
        <p:spPr>
          <a:xfrm>
            <a:off x="5029200" y="1353312"/>
            <a:ext cx="3749040" cy="329184"/>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38928" y="1353312"/>
            <a:ext cx="3529584" cy="329184"/>
          </a:xfrm>
          <a:prstGeom prst="rect">
            <a:avLst/>
          </a:prstGeom>
          <a:noFill/>
          <a:ln/>
        </p:spPr>
        <p:txBody>
          <a:bodyPr wrap="square" lIns="0" tIns="0" rIns="0" bIns="0" rtlCol="0" anchor="ctr"/>
          <a:lstStyle/>
          <a:p>
            <a:pPr marL="0" indent="0">
              <a:buNone/>
            </a:pPr>
            <a:r>
              <a:rPr lang="en-US" sz="1100" b="1" dirty="0">
                <a:solidFill>
                  <a:srgbClr val="FFFFFF"/>
                </a:solidFill>
              </a:rPr>
              <a:t>Field Name</a:t>
            </a:r>
            <a:r>
              <a:rPr lang="en-US" sz="1100" dirty="0">
                <a:solidFill>
                  <a:srgbClr val="FFFFFF"/>
                </a:solidFill>
              </a:rPr>
              <a:t>     </a:t>
            </a:r>
            <a:r>
              <a:rPr lang="en-US" sz="1100" b="1" dirty="0">
                <a:solidFill>
                  <a:srgbClr val="FFFFFF"/>
                </a:solidFill>
              </a:rPr>
              <a:t>Type / Notes</a:t>
            </a:r>
            <a:endParaRPr lang="en-US" sz="1100" dirty="0"/>
          </a:p>
        </p:txBody>
      </p:sp>
      <p:sp>
        <p:nvSpPr>
          <p:cNvPr id="14" name="Shape 12"/>
          <p:cNvSpPr/>
          <p:nvPr/>
        </p:nvSpPr>
        <p:spPr>
          <a:xfrm>
            <a:off x="5029200" y="1682496"/>
            <a:ext cx="3749040" cy="329184"/>
          </a:xfrm>
          <a:prstGeom prst="rect">
            <a:avLst/>
          </a:prstGeom>
          <a:solidFill>
            <a:srgbClr val="FFFFFF"/>
          </a:solidFill>
          <a:ln w="6350">
            <a:solidFill>
              <a:srgbClr val="D6DDE8"/>
            </a:solidFill>
            <a:prstDash val="solid"/>
          </a:ln>
        </p:spPr>
        <p:txBody>
          <a:bodyPr/>
          <a:lstStyle/>
          <a:p>
            <a:endParaRPr lang="en-SG"/>
          </a:p>
        </p:txBody>
      </p:sp>
      <p:sp>
        <p:nvSpPr>
          <p:cNvPr id="15" name="Text 13"/>
          <p:cNvSpPr/>
          <p:nvPr/>
        </p:nvSpPr>
        <p:spPr>
          <a:xfrm>
            <a:off x="5138928" y="1682496"/>
            <a:ext cx="2061972" cy="329184"/>
          </a:xfrm>
          <a:prstGeom prst="rect">
            <a:avLst/>
          </a:prstGeom>
          <a:noFill/>
          <a:ln/>
        </p:spPr>
        <p:txBody>
          <a:bodyPr wrap="square" lIns="0" tIns="0" rIns="0" bIns="0" rtlCol="0" anchor="ctr"/>
          <a:lstStyle/>
          <a:p>
            <a:pPr marL="0" indent="0">
              <a:buNone/>
            </a:pPr>
            <a:r>
              <a:rPr lang="en-US" sz="1050" b="1" dirty="0">
                <a:solidFill>
                  <a:srgbClr val="071A52"/>
                </a:solidFill>
              </a:rPr>
              <a:t>Name</a:t>
            </a:r>
            <a:endParaRPr lang="en-US" sz="1050" dirty="0"/>
          </a:p>
        </p:txBody>
      </p:sp>
      <p:sp>
        <p:nvSpPr>
          <p:cNvPr id="16" name="Text 14"/>
          <p:cNvSpPr/>
          <p:nvPr/>
        </p:nvSpPr>
        <p:spPr>
          <a:xfrm>
            <a:off x="7200900" y="1682496"/>
            <a:ext cx="1499616" cy="329184"/>
          </a:xfrm>
          <a:prstGeom prst="rect">
            <a:avLst/>
          </a:prstGeom>
          <a:noFill/>
          <a:ln/>
        </p:spPr>
        <p:txBody>
          <a:bodyPr wrap="square" lIns="0" tIns="0" rIns="0" bIns="0" rtlCol="0" anchor="ctr"/>
          <a:lstStyle/>
          <a:p>
            <a:pPr marL="0" indent="0">
              <a:buNone/>
            </a:pPr>
            <a:r>
              <a:rPr lang="en-US" sz="1050" dirty="0">
                <a:solidFill>
                  <a:srgbClr val="5A6A7E"/>
                </a:solidFill>
              </a:rPr>
              <a:t>orchestration</a:t>
            </a:r>
            <a:endParaRPr lang="en-US" sz="1050" dirty="0"/>
          </a:p>
        </p:txBody>
      </p:sp>
      <p:sp>
        <p:nvSpPr>
          <p:cNvPr id="17" name="Shape 15"/>
          <p:cNvSpPr/>
          <p:nvPr/>
        </p:nvSpPr>
        <p:spPr>
          <a:xfrm>
            <a:off x="5029200" y="2011680"/>
            <a:ext cx="3749040" cy="329184"/>
          </a:xfrm>
          <a:prstGeom prst="rect">
            <a:avLst/>
          </a:prstGeom>
          <a:solidFill>
            <a:srgbClr val="E8F0FD"/>
          </a:solidFill>
          <a:ln w="6350">
            <a:solidFill>
              <a:srgbClr val="D6DDE8"/>
            </a:solidFill>
            <a:prstDash val="solid"/>
          </a:ln>
        </p:spPr>
        <p:txBody>
          <a:bodyPr/>
          <a:lstStyle/>
          <a:p>
            <a:endParaRPr lang="en-SG"/>
          </a:p>
        </p:txBody>
      </p:sp>
      <p:sp>
        <p:nvSpPr>
          <p:cNvPr id="18" name="Text 16"/>
          <p:cNvSpPr/>
          <p:nvPr/>
        </p:nvSpPr>
        <p:spPr>
          <a:xfrm>
            <a:off x="5138928" y="2011680"/>
            <a:ext cx="2061972" cy="329184"/>
          </a:xfrm>
          <a:prstGeom prst="rect">
            <a:avLst/>
          </a:prstGeom>
          <a:noFill/>
          <a:ln/>
        </p:spPr>
        <p:txBody>
          <a:bodyPr wrap="square" lIns="0" tIns="0" rIns="0" bIns="0" rtlCol="0" anchor="ctr"/>
          <a:lstStyle/>
          <a:p>
            <a:pPr marL="0" indent="0">
              <a:buNone/>
            </a:pPr>
            <a:r>
              <a:rPr lang="en-US" sz="1050" b="1" dirty="0">
                <a:solidFill>
                  <a:srgbClr val="071A52"/>
                </a:solidFill>
              </a:rPr>
              <a:t>Executable</a:t>
            </a:r>
            <a:endParaRPr lang="en-US" sz="1050" dirty="0"/>
          </a:p>
        </p:txBody>
      </p:sp>
      <p:sp>
        <p:nvSpPr>
          <p:cNvPr id="19" name="Text 17"/>
          <p:cNvSpPr/>
          <p:nvPr/>
        </p:nvSpPr>
        <p:spPr>
          <a:xfrm>
            <a:off x="7200900" y="2011680"/>
            <a:ext cx="1499616" cy="329184"/>
          </a:xfrm>
          <a:prstGeom prst="rect">
            <a:avLst/>
          </a:prstGeom>
          <a:noFill/>
          <a:ln/>
        </p:spPr>
        <p:txBody>
          <a:bodyPr wrap="square" lIns="0" tIns="0" rIns="0" bIns="0" rtlCol="0" anchor="ctr"/>
          <a:lstStyle/>
          <a:p>
            <a:pPr marL="0" indent="0">
              <a:buNone/>
            </a:pPr>
            <a:r>
              <a:rPr lang="en-US" sz="1050" dirty="0">
                <a:solidFill>
                  <a:srgbClr val="5A6A7E"/>
                </a:solidFill>
              </a:rPr>
              <a:t>orchestration</a:t>
            </a:r>
            <a:endParaRPr lang="en-US" sz="1050" dirty="0"/>
          </a:p>
        </p:txBody>
      </p:sp>
      <p:sp>
        <p:nvSpPr>
          <p:cNvPr id="20" name="Shape 18"/>
          <p:cNvSpPr/>
          <p:nvPr/>
        </p:nvSpPr>
        <p:spPr>
          <a:xfrm>
            <a:off x="5029200" y="2340864"/>
            <a:ext cx="3749040" cy="329184"/>
          </a:xfrm>
          <a:prstGeom prst="rect">
            <a:avLst/>
          </a:prstGeom>
          <a:solidFill>
            <a:srgbClr val="FFFFFF"/>
          </a:solidFill>
          <a:ln w="6350">
            <a:solidFill>
              <a:srgbClr val="D6DDE8"/>
            </a:solidFill>
            <a:prstDash val="solid"/>
          </a:ln>
        </p:spPr>
        <p:txBody>
          <a:bodyPr/>
          <a:lstStyle/>
          <a:p>
            <a:endParaRPr lang="en-SG"/>
          </a:p>
        </p:txBody>
      </p:sp>
      <p:sp>
        <p:nvSpPr>
          <p:cNvPr id="21" name="Text 19"/>
          <p:cNvSpPr/>
          <p:nvPr/>
        </p:nvSpPr>
        <p:spPr>
          <a:xfrm>
            <a:off x="5138928" y="2340864"/>
            <a:ext cx="2061972" cy="329184"/>
          </a:xfrm>
          <a:prstGeom prst="rect">
            <a:avLst/>
          </a:prstGeom>
          <a:noFill/>
          <a:ln/>
        </p:spPr>
        <p:txBody>
          <a:bodyPr wrap="square" lIns="0" tIns="0" rIns="0" bIns="0" rtlCol="0" anchor="ctr"/>
          <a:lstStyle/>
          <a:p>
            <a:pPr marL="0" indent="0">
              <a:buNone/>
            </a:pPr>
            <a:r>
              <a:rPr lang="en-US" sz="1050" b="1" dirty="0">
                <a:solidFill>
                  <a:srgbClr val="071A52"/>
                </a:solidFill>
              </a:rPr>
              <a:t>Scenario</a:t>
            </a:r>
            <a:endParaRPr lang="en-US" sz="1050" dirty="0"/>
          </a:p>
        </p:txBody>
      </p:sp>
      <p:sp>
        <p:nvSpPr>
          <p:cNvPr id="22" name="Text 20"/>
          <p:cNvSpPr/>
          <p:nvPr/>
        </p:nvSpPr>
        <p:spPr>
          <a:xfrm>
            <a:off x="7200900" y="2340864"/>
            <a:ext cx="1499616" cy="329184"/>
          </a:xfrm>
          <a:prstGeom prst="rect">
            <a:avLst/>
          </a:prstGeom>
          <a:noFill/>
          <a:ln/>
        </p:spPr>
        <p:txBody>
          <a:bodyPr wrap="square" lIns="0" tIns="0" rIns="0" bIns="0" rtlCol="0" anchor="ctr"/>
          <a:lstStyle/>
          <a:p>
            <a:pPr marL="0" indent="0">
              <a:buNone/>
            </a:pPr>
            <a:r>
              <a:rPr lang="en-US" sz="1050" dirty="0">
                <a:solidFill>
                  <a:srgbClr val="5A6A7E"/>
                </a:solidFill>
              </a:rPr>
              <a:t>orchestration</a:t>
            </a:r>
            <a:endParaRPr lang="en-US" sz="1050" dirty="0"/>
          </a:p>
        </p:txBody>
      </p:sp>
      <p:sp>
        <p:nvSpPr>
          <p:cNvPr id="23" name="Shape 21"/>
          <p:cNvSpPr/>
          <p:nvPr/>
        </p:nvSpPr>
        <p:spPr>
          <a:xfrm>
            <a:off x="5029200" y="2670048"/>
            <a:ext cx="3749040" cy="329184"/>
          </a:xfrm>
          <a:prstGeom prst="rect">
            <a:avLst/>
          </a:prstGeom>
          <a:solidFill>
            <a:srgbClr val="E8F0FD"/>
          </a:solidFill>
          <a:ln w="6350">
            <a:solidFill>
              <a:srgbClr val="D6DDE8"/>
            </a:solidFill>
            <a:prstDash val="solid"/>
          </a:ln>
        </p:spPr>
        <p:txBody>
          <a:bodyPr/>
          <a:lstStyle/>
          <a:p>
            <a:endParaRPr lang="en-SG"/>
          </a:p>
        </p:txBody>
      </p:sp>
      <p:sp>
        <p:nvSpPr>
          <p:cNvPr id="24" name="Text 22"/>
          <p:cNvSpPr/>
          <p:nvPr/>
        </p:nvSpPr>
        <p:spPr>
          <a:xfrm>
            <a:off x="5138928" y="2670048"/>
            <a:ext cx="2061972" cy="329184"/>
          </a:xfrm>
          <a:prstGeom prst="rect">
            <a:avLst/>
          </a:prstGeom>
          <a:noFill/>
          <a:ln/>
        </p:spPr>
        <p:txBody>
          <a:bodyPr wrap="square" lIns="0" tIns="0" rIns="0" bIns="0" rtlCol="0" anchor="ctr"/>
          <a:lstStyle/>
          <a:p>
            <a:pPr marL="0" indent="0">
              <a:buNone/>
            </a:pPr>
            <a:r>
              <a:rPr lang="en-US" sz="1050" b="1" dirty="0">
                <a:solidFill>
                  <a:srgbClr val="071A52"/>
                </a:solidFill>
              </a:rPr>
              <a:t>Version</a:t>
            </a:r>
            <a:endParaRPr lang="en-US" sz="1050" dirty="0"/>
          </a:p>
        </p:txBody>
      </p:sp>
      <p:sp>
        <p:nvSpPr>
          <p:cNvPr id="25" name="Text 23"/>
          <p:cNvSpPr/>
          <p:nvPr/>
        </p:nvSpPr>
        <p:spPr>
          <a:xfrm>
            <a:off x="7200900" y="2670048"/>
            <a:ext cx="1499616" cy="329184"/>
          </a:xfrm>
          <a:prstGeom prst="rect">
            <a:avLst/>
          </a:prstGeom>
          <a:noFill/>
          <a:ln/>
        </p:spPr>
        <p:txBody>
          <a:bodyPr wrap="square" lIns="0" tIns="0" rIns="0" bIns="0" rtlCol="0" anchor="ctr"/>
          <a:lstStyle/>
          <a:p>
            <a:pPr marL="0" indent="0">
              <a:buNone/>
            </a:pPr>
            <a:r>
              <a:rPr lang="en-US" sz="1050" dirty="0">
                <a:solidFill>
                  <a:srgbClr val="5A6A7E"/>
                </a:solidFill>
              </a:rPr>
              <a:t>0.0.1</a:t>
            </a:r>
            <a:endParaRPr lang="en-US" sz="1050" dirty="0"/>
          </a:p>
        </p:txBody>
      </p:sp>
      <p:pic>
        <p:nvPicPr>
          <p:cNvPr id="27" name="Picture 26">
            <a:extLst>
              <a:ext uri="{FF2B5EF4-FFF2-40B4-BE49-F238E27FC236}">
                <a16:creationId xmlns:a16="http://schemas.microsoft.com/office/drawing/2014/main" id="{DE496907-27FD-E289-2B2E-6BFDC77F94D0}"/>
              </a:ext>
            </a:extLst>
          </p:cNvPr>
          <p:cNvPicPr>
            <a:picLocks noChangeAspect="1"/>
          </p:cNvPicPr>
          <p:nvPr/>
        </p:nvPicPr>
        <p:blipFill>
          <a:blip r:embed="rId3"/>
          <a:stretch>
            <a:fillRect/>
          </a:stretch>
        </p:blipFill>
        <p:spPr>
          <a:xfrm>
            <a:off x="358491" y="1551728"/>
            <a:ext cx="4389120" cy="2243735"/>
          </a:xfrm>
          <a:prstGeom prst="rect">
            <a:avLst/>
          </a:prstGeom>
        </p:spPr>
      </p:pic>
      <p:sp>
        <p:nvSpPr>
          <p:cNvPr id="28" name="Text 9">
            <a:extLst>
              <a:ext uri="{FF2B5EF4-FFF2-40B4-BE49-F238E27FC236}">
                <a16:creationId xmlns:a16="http://schemas.microsoft.com/office/drawing/2014/main" id="{C11ACB3A-B3EC-F72F-3BB0-EAE5E3C46AA6}"/>
              </a:ext>
            </a:extLst>
          </p:cNvPr>
          <p:cNvSpPr/>
          <p:nvPr/>
        </p:nvSpPr>
        <p:spPr>
          <a:xfrm>
            <a:off x="5029200" y="3161220"/>
            <a:ext cx="3749040" cy="320040"/>
          </a:xfrm>
          <a:prstGeom prst="rect">
            <a:avLst/>
          </a:prstGeom>
          <a:noFill/>
          <a:ln/>
        </p:spPr>
        <p:txBody>
          <a:bodyPr wrap="square" lIns="0" tIns="0" rIns="0" bIns="0" rtlCol="0" anchor="ctr"/>
          <a:lstStyle/>
          <a:p>
            <a:r>
              <a:rPr lang="en-US" sz="1200" dirty="0"/>
              <a:t>Click Next after entering each detail and Finally Review and your configuration should be created.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Create Deployment</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5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Create Deployment prompt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After the configuration is created, you will be prompted to Create a Deployment.</a:t>
            </a:r>
            <a:endParaRPr lang="en-US" sz="1100" dirty="0"/>
          </a:p>
          <a:p>
            <a:pPr marL="0" indent="0">
              <a:buNone/>
            </a:pPr>
            <a:endParaRPr lang="en-US" sz="1100" dirty="0"/>
          </a:p>
          <a:p>
            <a:pPr marL="0" indent="0">
              <a:buNone/>
            </a:pPr>
            <a:r>
              <a:rPr lang="en-US" sz="1100" dirty="0">
                <a:solidFill>
                  <a:srgbClr val="071A52"/>
                </a:solidFill>
              </a:rPr>
              <a:t>Click Create Deployment.</a:t>
            </a:r>
            <a:endParaRPr lang="en-US" sz="1100" dirty="0"/>
          </a:p>
          <a:p>
            <a:pPr marL="0" indent="0">
              <a:buNone/>
            </a:pPr>
            <a:endParaRPr lang="en-US" sz="1100" dirty="0"/>
          </a:p>
          <a:p>
            <a:pPr marL="0" indent="0">
              <a:buNone/>
            </a:pPr>
            <a:r>
              <a:rPr lang="en-US" sz="1100" dirty="0">
                <a:solidFill>
                  <a:srgbClr val="071A52"/>
                </a:solidFill>
              </a:rPr>
              <a:t>Continue through the setup wizard by clicking Next at each step.</a:t>
            </a:r>
            <a:endParaRPr lang="en-US" sz="1100" dirty="0"/>
          </a:p>
          <a:p>
            <a:pPr marL="0" indent="0">
              <a:buNone/>
            </a:pPr>
            <a:endParaRPr lang="en-US" sz="1100" dirty="0"/>
          </a:p>
          <a:p>
            <a:pPr marL="0" indent="0">
              <a:buNone/>
            </a:pPr>
            <a:r>
              <a:rPr lang="en-US" sz="1100" dirty="0">
                <a:solidFill>
                  <a:srgbClr val="071A52"/>
                </a:solidFill>
              </a:rPr>
              <a:t>When you reach the deployment confirmation screen, confirm to start the deployment.</a:t>
            </a:r>
            <a:endParaRPr lang="en-US" sz="1100" dirty="0"/>
          </a:p>
          <a:p>
            <a:pPr marL="0" indent="0">
              <a:buNone/>
            </a:pPr>
            <a:endParaRPr lang="en-US" sz="1100" dirty="0"/>
          </a:p>
          <a:p>
            <a:pPr marL="0" indent="0">
              <a:buNone/>
            </a:pPr>
            <a:r>
              <a:rPr lang="en-US" sz="1100" dirty="0">
                <a:solidFill>
                  <a:srgbClr val="071A52"/>
                </a:solidFill>
              </a:rPr>
              <a:t>Wait for the deployment status to show Running before proceeding.</a:t>
            </a:r>
            <a:endParaRPr lang="en-US" sz="1100" dirty="0"/>
          </a:p>
        </p:txBody>
      </p:sp>
      <p:pic>
        <p:nvPicPr>
          <p:cNvPr id="16" name="Picture 15">
            <a:extLst>
              <a:ext uri="{FF2B5EF4-FFF2-40B4-BE49-F238E27FC236}">
                <a16:creationId xmlns:a16="http://schemas.microsoft.com/office/drawing/2014/main" id="{AFFA010A-1894-8FFC-37E2-5724576AA017}"/>
              </a:ext>
            </a:extLst>
          </p:cNvPr>
          <p:cNvPicPr>
            <a:picLocks noChangeAspect="1"/>
          </p:cNvPicPr>
          <p:nvPr/>
        </p:nvPicPr>
        <p:blipFill>
          <a:blip r:embed="rId3"/>
          <a:stretch>
            <a:fillRect/>
          </a:stretch>
        </p:blipFill>
        <p:spPr>
          <a:xfrm>
            <a:off x="358489" y="960120"/>
            <a:ext cx="4389120" cy="1815344"/>
          </a:xfrm>
          <a:prstGeom prst="rect">
            <a:avLst/>
          </a:prstGeom>
        </p:spPr>
      </p:pic>
      <p:pic>
        <p:nvPicPr>
          <p:cNvPr id="18" name="Picture 17">
            <a:extLst>
              <a:ext uri="{FF2B5EF4-FFF2-40B4-BE49-F238E27FC236}">
                <a16:creationId xmlns:a16="http://schemas.microsoft.com/office/drawing/2014/main" id="{A1FD1012-4320-5975-D40F-E105FC4CB92C}"/>
              </a:ext>
            </a:extLst>
          </p:cNvPr>
          <p:cNvPicPr>
            <a:picLocks noChangeAspect="1"/>
          </p:cNvPicPr>
          <p:nvPr/>
        </p:nvPicPr>
        <p:blipFill>
          <a:blip r:embed="rId4"/>
          <a:stretch>
            <a:fillRect/>
          </a:stretch>
        </p:blipFill>
        <p:spPr>
          <a:xfrm>
            <a:off x="365760" y="2762239"/>
            <a:ext cx="4370832" cy="175036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Navigate to Orchestrations</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6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Generative AI Hub — Orchestrations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From the left-hand menu, navigate to:</a:t>
            </a:r>
            <a:endParaRPr lang="en-US" sz="1100" dirty="0"/>
          </a:p>
          <a:p>
            <a:pPr marL="0" indent="0">
              <a:buNone/>
            </a:pPr>
            <a:endParaRPr lang="en-US" sz="1100" dirty="0"/>
          </a:p>
          <a:p>
            <a:pPr marL="0" indent="0">
              <a:buNone/>
            </a:pPr>
            <a:r>
              <a:rPr lang="en-US" sz="1100" dirty="0">
                <a:solidFill>
                  <a:srgbClr val="071A52"/>
                </a:solidFill>
              </a:rPr>
              <a:t>Generative AI Hub  →  Orchestrations</a:t>
            </a:r>
            <a:endParaRPr lang="en-US" sz="1100" dirty="0"/>
          </a:p>
          <a:p>
            <a:pPr marL="0" indent="0">
              <a:buNone/>
            </a:pPr>
            <a:endParaRPr lang="en-US" sz="1100" dirty="0"/>
          </a:p>
          <a:p>
            <a:pPr marL="0" indent="0">
              <a:buNone/>
            </a:pPr>
            <a:r>
              <a:rPr lang="en-US" sz="1100" dirty="0">
                <a:solidFill>
                  <a:srgbClr val="071A52"/>
                </a:solidFill>
              </a:rPr>
              <a:t>Click CREATE to start building a new orchestration flow.</a:t>
            </a:r>
            <a:endParaRPr lang="en-US" sz="1100" dirty="0"/>
          </a:p>
          <a:p>
            <a:pPr marL="0" indent="0">
              <a:buNone/>
            </a:pPr>
            <a:endParaRPr lang="en-US" sz="1100" dirty="0"/>
          </a:p>
          <a:p>
            <a:pPr marL="0" indent="0">
              <a:buNone/>
            </a:pPr>
            <a:r>
              <a:rPr lang="en-US" sz="1100" dirty="0">
                <a:solidFill>
                  <a:srgbClr val="071A52"/>
                </a:solidFill>
              </a:rPr>
              <a:t>Orchestrations allow you to chain LLM prompts with structured inputs and system instructions — enabling scenarios like CV summarisation and data masking.</a:t>
            </a:r>
            <a:endParaRPr lang="en-US" sz="1100" dirty="0"/>
          </a:p>
        </p:txBody>
      </p:sp>
      <p:pic>
        <p:nvPicPr>
          <p:cNvPr id="16" name="Picture 15">
            <a:extLst>
              <a:ext uri="{FF2B5EF4-FFF2-40B4-BE49-F238E27FC236}">
                <a16:creationId xmlns:a16="http://schemas.microsoft.com/office/drawing/2014/main" id="{3AF36450-E487-FF23-9E7C-18325E923748}"/>
              </a:ext>
            </a:extLst>
          </p:cNvPr>
          <p:cNvPicPr>
            <a:picLocks noChangeAspect="1"/>
          </p:cNvPicPr>
          <p:nvPr/>
        </p:nvPicPr>
        <p:blipFill>
          <a:blip r:embed="rId3"/>
          <a:stretch>
            <a:fillRect/>
          </a:stretch>
        </p:blipFill>
        <p:spPr>
          <a:xfrm>
            <a:off x="404518" y="1804670"/>
            <a:ext cx="4311604" cy="146964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Select Prompt Template Module</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7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Shape 7"/>
          <p:cNvSpPr/>
          <p:nvPr/>
        </p:nvSpPr>
        <p:spPr>
          <a:xfrm>
            <a:off x="365760" y="960120"/>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sp>
        <p:nvSpPr>
          <p:cNvPr id="10" name="Text 8"/>
          <p:cNvSpPr/>
          <p:nvPr/>
        </p:nvSpPr>
        <p:spPr>
          <a:xfrm>
            <a:off x="365760" y="960120"/>
            <a:ext cx="4389120" cy="3520440"/>
          </a:xfrm>
          <a:prstGeom prst="rect">
            <a:avLst/>
          </a:prstGeom>
          <a:noFill/>
          <a:ln/>
        </p:spPr>
        <p:txBody>
          <a:bodyPr wrap="square" lIns="0" tIns="0" rIns="0" bIns="0" rtlCol="0" anchor="ctr"/>
          <a:lstStyle/>
          <a:p>
            <a:pPr marL="0" indent="0" algn="ctr">
              <a:buNone/>
            </a:pPr>
            <a:r>
              <a:rPr lang="en-US" sz="1300" i="1" dirty="0">
                <a:solidFill>
                  <a:srgbClr val="5A6A7E"/>
                </a:solidFill>
              </a:rPr>
              <a:t>[ Screenshot: Modules — Prompt Template ]</a:t>
            </a:r>
            <a:endParaRPr lang="en-US" sz="1300" dirty="0"/>
          </a:p>
        </p:txBody>
      </p:sp>
      <p:sp>
        <p:nvSpPr>
          <p:cNvPr id="11" name="Shape 9"/>
          <p:cNvSpPr/>
          <p:nvPr/>
        </p:nvSpPr>
        <p:spPr>
          <a:xfrm>
            <a:off x="5029200" y="960120"/>
            <a:ext cx="3749040" cy="3520440"/>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2" name="Shape 10"/>
          <p:cNvSpPr/>
          <p:nvPr/>
        </p:nvSpPr>
        <p:spPr>
          <a:xfrm>
            <a:off x="5029200" y="960120"/>
            <a:ext cx="54864" cy="3520440"/>
          </a:xfrm>
          <a:prstGeom prst="rect">
            <a:avLst/>
          </a:prstGeom>
          <a:solidFill>
            <a:srgbClr val="1344A0"/>
          </a:solidFill>
          <a:ln w="12700">
            <a:solidFill>
              <a:srgbClr val="1344A0"/>
            </a:solidFill>
            <a:prstDash val="solid"/>
          </a:ln>
        </p:spPr>
        <p:txBody>
          <a:bodyPr/>
          <a:lstStyle/>
          <a:p>
            <a:endParaRPr lang="en-SG"/>
          </a:p>
        </p:txBody>
      </p:sp>
      <p:sp>
        <p:nvSpPr>
          <p:cNvPr id="13" name="Text 11"/>
          <p:cNvSpPr/>
          <p:nvPr/>
        </p:nvSpPr>
        <p:spPr>
          <a:xfrm>
            <a:off x="5175504" y="1069848"/>
            <a:ext cx="3511296"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14" name="Text 12"/>
          <p:cNvSpPr/>
          <p:nvPr/>
        </p:nvSpPr>
        <p:spPr>
          <a:xfrm>
            <a:off x="5175504" y="1380744"/>
            <a:ext cx="3511296" cy="2990088"/>
          </a:xfrm>
          <a:prstGeom prst="rect">
            <a:avLst/>
          </a:prstGeom>
          <a:noFill/>
          <a:ln/>
        </p:spPr>
        <p:txBody>
          <a:bodyPr wrap="square" lIns="0" tIns="0" rIns="0" bIns="0" rtlCol="0" anchor="t"/>
          <a:lstStyle/>
          <a:p>
            <a:pPr marL="0" indent="0">
              <a:buNone/>
            </a:pPr>
            <a:r>
              <a:rPr lang="en-US" sz="1100" dirty="0">
                <a:solidFill>
                  <a:srgbClr val="071A52"/>
                </a:solidFill>
              </a:rPr>
              <a:t>In the Modules section of the orchestration editor:</a:t>
            </a:r>
            <a:endParaRPr lang="en-US" sz="1100" dirty="0"/>
          </a:p>
          <a:p>
            <a:pPr marL="0" indent="0">
              <a:buNone/>
            </a:pPr>
            <a:endParaRPr lang="en-US" sz="1100" dirty="0"/>
          </a:p>
          <a:p>
            <a:pPr marL="0" indent="0">
              <a:buNone/>
            </a:pPr>
            <a:r>
              <a:rPr lang="en-US" sz="1100" dirty="0">
                <a:solidFill>
                  <a:srgbClr val="071A52"/>
                </a:solidFill>
              </a:rPr>
              <a:t>1.  Select PROMPT TEMPLATE</a:t>
            </a:r>
            <a:endParaRPr lang="en-US" sz="1100" dirty="0"/>
          </a:p>
          <a:p>
            <a:pPr marL="0" indent="0">
              <a:buNone/>
            </a:pPr>
            <a:endParaRPr lang="en-US" sz="1100" dirty="0"/>
          </a:p>
          <a:p>
            <a:pPr marL="0" indent="0">
              <a:buNone/>
            </a:pPr>
            <a:r>
              <a:rPr lang="en-US" sz="1100" dirty="0">
                <a:solidFill>
                  <a:srgbClr val="071A52"/>
                </a:solidFill>
              </a:rPr>
              <a:t>2.  Locate the message icon with three tabs:</a:t>
            </a:r>
            <a:endParaRPr lang="en-US" sz="1100" dirty="0"/>
          </a:p>
          <a:p>
            <a:pPr marL="0" indent="0">
              <a:buNone/>
            </a:pPr>
            <a:r>
              <a:rPr lang="en-US" sz="1100" dirty="0">
                <a:solidFill>
                  <a:srgbClr val="071A52"/>
                </a:solidFill>
              </a:rPr>
              <a:t>     •  User</a:t>
            </a:r>
            <a:endParaRPr lang="en-US" sz="1100" dirty="0"/>
          </a:p>
          <a:p>
            <a:pPr marL="0" indent="0">
              <a:buNone/>
            </a:pPr>
            <a:r>
              <a:rPr lang="en-US" sz="1100" dirty="0">
                <a:solidFill>
                  <a:srgbClr val="071A52"/>
                </a:solidFill>
              </a:rPr>
              <a:t>     •  Assistant</a:t>
            </a:r>
            <a:endParaRPr lang="en-US" sz="1100" dirty="0"/>
          </a:p>
          <a:p>
            <a:pPr marL="0" indent="0">
              <a:buNone/>
            </a:pPr>
            <a:r>
              <a:rPr lang="en-US" sz="1100" dirty="0">
                <a:solidFill>
                  <a:srgbClr val="071A52"/>
                </a:solidFill>
              </a:rPr>
              <a:t>     •  System</a:t>
            </a:r>
            <a:endParaRPr lang="en-US" sz="1100" dirty="0"/>
          </a:p>
          <a:p>
            <a:pPr marL="0" indent="0">
              <a:buNone/>
            </a:pPr>
            <a:endParaRPr lang="en-US" sz="1100" dirty="0"/>
          </a:p>
          <a:p>
            <a:pPr marL="0" indent="0">
              <a:buNone/>
            </a:pPr>
            <a:r>
              <a:rPr lang="en-US" sz="1100" dirty="0">
                <a:solidFill>
                  <a:srgbClr val="071A52"/>
                </a:solidFill>
              </a:rPr>
              <a:t>3.  Use these tabs to define the user prompt, system instruction, and optional assistant context for each scenario.</a:t>
            </a:r>
            <a:endParaRPr lang="en-US" sz="1100" dirty="0"/>
          </a:p>
        </p:txBody>
      </p:sp>
      <p:pic>
        <p:nvPicPr>
          <p:cNvPr id="16" name="Picture 15">
            <a:extLst>
              <a:ext uri="{FF2B5EF4-FFF2-40B4-BE49-F238E27FC236}">
                <a16:creationId xmlns:a16="http://schemas.microsoft.com/office/drawing/2014/main" id="{8AB4C471-E2C5-2835-0E6F-DBCEFBA53F3B}"/>
              </a:ext>
            </a:extLst>
          </p:cNvPr>
          <p:cNvPicPr>
            <a:picLocks noChangeAspect="1"/>
          </p:cNvPicPr>
          <p:nvPr/>
        </p:nvPicPr>
        <p:blipFill>
          <a:blip r:embed="rId3"/>
          <a:stretch>
            <a:fillRect/>
          </a:stretch>
        </p:blipFill>
        <p:spPr>
          <a:xfrm>
            <a:off x="351076" y="1646852"/>
            <a:ext cx="4418487" cy="214697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Scenario 1 — Resume Summarisation</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8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Text 7"/>
          <p:cNvSpPr/>
          <p:nvPr/>
        </p:nvSpPr>
        <p:spPr>
          <a:xfrm>
            <a:off x="365760" y="914400"/>
            <a:ext cx="8412480" cy="320040"/>
          </a:xfrm>
          <a:prstGeom prst="rect">
            <a:avLst/>
          </a:prstGeom>
          <a:noFill/>
          <a:ln/>
        </p:spPr>
        <p:txBody>
          <a:bodyPr wrap="square" lIns="0" tIns="0" rIns="0" bIns="0" rtlCol="0" anchor="ctr"/>
          <a:lstStyle/>
          <a:p>
            <a:pPr marL="0" indent="0">
              <a:buNone/>
            </a:pPr>
            <a:r>
              <a:rPr lang="en-US" sz="1200" b="1" dirty="0">
                <a:solidFill>
                  <a:srgbClr val="071A52"/>
                </a:solidFill>
              </a:rPr>
              <a:t>Optimise key details from a resume (text only):</a:t>
            </a:r>
            <a:endParaRPr lang="en-US" sz="1200" dirty="0"/>
          </a:p>
        </p:txBody>
      </p:sp>
      <p:sp>
        <p:nvSpPr>
          <p:cNvPr id="10" name="Shape 8"/>
          <p:cNvSpPr/>
          <p:nvPr/>
        </p:nvSpPr>
        <p:spPr>
          <a:xfrm>
            <a:off x="365760" y="1287431"/>
            <a:ext cx="4160520" cy="3337560"/>
          </a:xfrm>
          <a:prstGeom prst="rect">
            <a:avLst/>
          </a:prstGeom>
          <a:solidFill>
            <a:srgbClr val="EBF0FB"/>
          </a:solidFill>
          <a:ln w="19050">
            <a:solidFill>
              <a:srgbClr val="1344A0"/>
            </a:solidFill>
            <a:prstDash val="solid"/>
          </a:ln>
        </p:spPr>
        <p:txBody>
          <a:bodyPr/>
          <a:lstStyle/>
          <a:p>
            <a:endParaRPr lang="en-SG"/>
          </a:p>
        </p:txBody>
      </p:sp>
      <p:sp>
        <p:nvSpPr>
          <p:cNvPr id="11" name="Text 9"/>
          <p:cNvSpPr/>
          <p:nvPr/>
        </p:nvSpPr>
        <p:spPr>
          <a:xfrm>
            <a:off x="502920" y="1389888"/>
            <a:ext cx="3840480" cy="320040"/>
          </a:xfrm>
          <a:prstGeom prst="rect">
            <a:avLst/>
          </a:prstGeom>
          <a:noFill/>
          <a:ln/>
        </p:spPr>
        <p:txBody>
          <a:bodyPr wrap="square" lIns="0" tIns="0" rIns="0" bIns="0" rtlCol="0" anchor="ctr"/>
          <a:lstStyle/>
          <a:p>
            <a:pPr marL="0" indent="0">
              <a:buNone/>
            </a:pPr>
            <a:r>
              <a:rPr lang="en-US" sz="1000" b="1" dirty="0">
                <a:solidFill>
                  <a:srgbClr val="1344A0"/>
                </a:solidFill>
              </a:rPr>
              <a:t>USER:</a:t>
            </a:r>
            <a:endParaRPr lang="en-US" sz="1000" dirty="0"/>
          </a:p>
        </p:txBody>
      </p:sp>
      <p:sp>
        <p:nvSpPr>
          <p:cNvPr id="12" name="Text 10"/>
          <p:cNvSpPr/>
          <p:nvPr/>
        </p:nvSpPr>
        <p:spPr>
          <a:xfrm>
            <a:off x="502920" y="1652643"/>
            <a:ext cx="3840480" cy="393192"/>
          </a:xfrm>
          <a:prstGeom prst="rect">
            <a:avLst/>
          </a:prstGeom>
          <a:noFill/>
          <a:ln/>
        </p:spPr>
        <p:txBody>
          <a:bodyPr wrap="square" lIns="0" tIns="0" rIns="0" bIns="0" rtlCol="0" anchor="ctr"/>
          <a:lstStyle/>
          <a:p>
            <a:pPr marL="0" indent="0">
              <a:buNone/>
            </a:pPr>
            <a:r>
              <a:rPr lang="en-US" sz="1100" dirty="0">
                <a:solidFill>
                  <a:srgbClr val="071A52"/>
                </a:solidFill>
              </a:rPr>
              <a:t>Here is a candidate's resume:</a:t>
            </a:r>
            <a:endParaRPr lang="en-US" sz="1100" dirty="0"/>
          </a:p>
          <a:p>
            <a:pPr marL="0" indent="0">
              <a:buNone/>
            </a:pPr>
            <a:r>
              <a:rPr lang="en-US" sz="1100" dirty="0">
                <a:solidFill>
                  <a:srgbClr val="071A52"/>
                </a:solidFill>
              </a:rPr>
              <a:t>{{ ?candidate_resume }}</a:t>
            </a:r>
            <a:endParaRPr lang="en-US" sz="1100" dirty="0"/>
          </a:p>
        </p:txBody>
      </p:sp>
      <p:sp>
        <p:nvSpPr>
          <p:cNvPr id="13" name="Text 11"/>
          <p:cNvSpPr/>
          <p:nvPr/>
        </p:nvSpPr>
        <p:spPr>
          <a:xfrm>
            <a:off x="502920" y="2911760"/>
            <a:ext cx="3840480" cy="292608"/>
          </a:xfrm>
          <a:prstGeom prst="rect">
            <a:avLst/>
          </a:prstGeom>
          <a:noFill/>
          <a:ln/>
        </p:spPr>
        <p:txBody>
          <a:bodyPr wrap="square" lIns="0" tIns="0" rIns="0" bIns="0" rtlCol="0" anchor="ctr"/>
          <a:lstStyle/>
          <a:p>
            <a:pPr marL="0" indent="0">
              <a:buNone/>
            </a:pPr>
            <a:r>
              <a:rPr lang="en-US" sz="1000" b="1" dirty="0">
                <a:solidFill>
                  <a:srgbClr val="1344A0"/>
                </a:solidFill>
              </a:rPr>
              <a:t>User Input for Resume:</a:t>
            </a:r>
            <a:endParaRPr lang="en-US" sz="1000" dirty="0"/>
          </a:p>
        </p:txBody>
      </p:sp>
      <p:sp>
        <p:nvSpPr>
          <p:cNvPr id="14" name="Text 12"/>
          <p:cNvSpPr/>
          <p:nvPr/>
        </p:nvSpPr>
        <p:spPr>
          <a:xfrm>
            <a:off x="502920" y="2936219"/>
            <a:ext cx="3749040" cy="914400"/>
          </a:xfrm>
          <a:prstGeom prst="rect">
            <a:avLst/>
          </a:prstGeom>
          <a:noFill/>
          <a:ln/>
        </p:spPr>
        <p:txBody>
          <a:bodyPr wrap="square" lIns="0" tIns="0" rIns="0" bIns="0" rtlCol="0" anchor="ctr"/>
          <a:lstStyle/>
          <a:p>
            <a:pPr marL="0" indent="0">
              <a:buNone/>
            </a:pPr>
            <a:r>
              <a:rPr lang="en-US" sz="1000" dirty="0">
                <a:solidFill>
                  <a:srgbClr val="5A6A7E"/>
                </a:solidFill>
              </a:rPr>
              <a:t>Copy the candidate's CV text from the provided document and paste it in the right panel response tab under the </a:t>
            </a:r>
            <a:r>
              <a:rPr lang="en-US" sz="1000" dirty="0" err="1">
                <a:solidFill>
                  <a:srgbClr val="5A6A7E"/>
                </a:solidFill>
              </a:rPr>
              <a:t>candidate_resume</a:t>
            </a:r>
            <a:r>
              <a:rPr lang="en-US" sz="1000" dirty="0">
                <a:solidFill>
                  <a:srgbClr val="5A6A7E"/>
                </a:solidFill>
              </a:rPr>
              <a:t>:</a:t>
            </a:r>
            <a:endParaRPr lang="en-US" sz="1000" dirty="0"/>
          </a:p>
        </p:txBody>
      </p:sp>
      <p:sp>
        <p:nvSpPr>
          <p:cNvPr id="18" name="Text 9">
            <a:extLst>
              <a:ext uri="{FF2B5EF4-FFF2-40B4-BE49-F238E27FC236}">
                <a16:creationId xmlns:a16="http://schemas.microsoft.com/office/drawing/2014/main" id="{01937916-5596-B859-630B-3B13819876D8}"/>
              </a:ext>
            </a:extLst>
          </p:cNvPr>
          <p:cNvSpPr/>
          <p:nvPr/>
        </p:nvSpPr>
        <p:spPr>
          <a:xfrm>
            <a:off x="502920" y="1970583"/>
            <a:ext cx="3840480" cy="320040"/>
          </a:xfrm>
          <a:prstGeom prst="rect">
            <a:avLst/>
          </a:prstGeom>
          <a:noFill/>
          <a:ln/>
        </p:spPr>
        <p:txBody>
          <a:bodyPr wrap="square" lIns="0" tIns="0" rIns="0" bIns="0" rtlCol="0" anchor="ctr"/>
          <a:lstStyle/>
          <a:p>
            <a:pPr marL="0" indent="0">
              <a:buNone/>
            </a:pPr>
            <a:r>
              <a:rPr lang="en-US" sz="1000" b="1" dirty="0">
                <a:solidFill>
                  <a:srgbClr val="1344A0"/>
                </a:solidFill>
              </a:rPr>
              <a:t>System:</a:t>
            </a:r>
            <a:endParaRPr lang="en-US" sz="1000" dirty="0"/>
          </a:p>
        </p:txBody>
      </p:sp>
      <p:sp>
        <p:nvSpPr>
          <p:cNvPr id="19" name="Text 10">
            <a:extLst>
              <a:ext uri="{FF2B5EF4-FFF2-40B4-BE49-F238E27FC236}">
                <a16:creationId xmlns:a16="http://schemas.microsoft.com/office/drawing/2014/main" id="{C3B24713-FE85-9568-C222-F369EC334CF2}"/>
              </a:ext>
            </a:extLst>
          </p:cNvPr>
          <p:cNvSpPr/>
          <p:nvPr/>
        </p:nvSpPr>
        <p:spPr>
          <a:xfrm>
            <a:off x="502920" y="2398593"/>
            <a:ext cx="3840480" cy="393192"/>
          </a:xfrm>
          <a:prstGeom prst="rect">
            <a:avLst/>
          </a:prstGeom>
          <a:noFill/>
          <a:ln/>
        </p:spPr>
        <p:txBody>
          <a:bodyPr wrap="square" lIns="0" tIns="0" rIns="0" bIns="0" rtlCol="0" anchor="ctr"/>
          <a:lstStyle/>
          <a:p>
            <a:r>
              <a:rPr lang="en-US" sz="1100" dirty="0">
                <a:solidFill>
                  <a:srgbClr val="071A52"/>
                </a:solidFill>
              </a:rPr>
              <a:t>You are a helpful AI assistant for HR. Summarize the following CV in top 10 key points, focusing on key qualifications, work experience, and achievements. Include personal contact information, organizational history, and personal interests.</a:t>
            </a:r>
            <a:endParaRPr lang="en-US" sz="1100" dirty="0"/>
          </a:p>
        </p:txBody>
      </p:sp>
      <p:sp>
        <p:nvSpPr>
          <p:cNvPr id="20" name="Shape 7">
            <a:extLst>
              <a:ext uri="{FF2B5EF4-FFF2-40B4-BE49-F238E27FC236}">
                <a16:creationId xmlns:a16="http://schemas.microsoft.com/office/drawing/2014/main" id="{E7E1F3DC-43A4-1C90-9BEF-866FDBBCA184}"/>
              </a:ext>
            </a:extLst>
          </p:cNvPr>
          <p:cNvSpPr/>
          <p:nvPr/>
        </p:nvSpPr>
        <p:spPr>
          <a:xfrm>
            <a:off x="4663440" y="1292880"/>
            <a:ext cx="4160520" cy="3332111"/>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pic>
        <p:nvPicPr>
          <p:cNvPr id="21" name="Picture 20">
            <a:extLst>
              <a:ext uri="{FF2B5EF4-FFF2-40B4-BE49-F238E27FC236}">
                <a16:creationId xmlns:a16="http://schemas.microsoft.com/office/drawing/2014/main" id="{90B9C353-E267-37FD-B4A6-2C88F6E2E615}"/>
              </a:ext>
            </a:extLst>
          </p:cNvPr>
          <p:cNvPicPr>
            <a:picLocks noChangeAspect="1"/>
          </p:cNvPicPr>
          <p:nvPr/>
        </p:nvPicPr>
        <p:blipFill>
          <a:blip r:embed="rId3"/>
          <a:stretch>
            <a:fillRect/>
          </a:stretch>
        </p:blipFill>
        <p:spPr>
          <a:xfrm>
            <a:off x="4874484" y="1287595"/>
            <a:ext cx="3766596" cy="33246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44A0"/>
          </a:solidFill>
          <a:ln w="12700">
            <a:solidFill>
              <a:srgbClr val="1344A0"/>
            </a:solidFill>
            <a:prstDash val="solid"/>
          </a:ln>
        </p:spPr>
        <p:txBody>
          <a:bodyPr/>
          <a:lstStyle/>
          <a:p>
            <a:endParaRPr lang="en-SG"/>
          </a:p>
        </p:txBody>
      </p:sp>
      <p:sp>
        <p:nvSpPr>
          <p:cNvPr id="3" name="Shape 1"/>
          <p:cNvSpPr/>
          <p:nvPr/>
        </p:nvSpPr>
        <p:spPr>
          <a:xfrm>
            <a:off x="0" y="0"/>
            <a:ext cx="201168" cy="822960"/>
          </a:xfrm>
          <a:prstGeom prst="rect">
            <a:avLst/>
          </a:prstGeom>
          <a:solidFill>
            <a:srgbClr val="F0A500"/>
          </a:solidFill>
          <a:ln w="12700">
            <a:solidFill>
              <a:srgbClr val="F0A500"/>
            </a:solidFill>
            <a:prstDash val="solid"/>
          </a:ln>
        </p:spPr>
        <p:txBody>
          <a:bodyPr/>
          <a:lstStyle/>
          <a:p>
            <a:endParaRPr lang="en-SG"/>
          </a:p>
        </p:txBody>
      </p:sp>
      <p:sp>
        <p:nvSpPr>
          <p:cNvPr id="4" name="Text 2"/>
          <p:cNvSpPr/>
          <p:nvPr/>
        </p:nvSpPr>
        <p:spPr>
          <a:xfrm>
            <a:off x="347472" y="0"/>
            <a:ext cx="7589520" cy="822960"/>
          </a:xfrm>
          <a:prstGeom prst="rect">
            <a:avLst/>
          </a:prstGeom>
          <a:noFill/>
          <a:ln/>
        </p:spPr>
        <p:txBody>
          <a:bodyPr wrap="square" lIns="0" tIns="0" rIns="0" bIns="0" rtlCol="0" anchor="ctr"/>
          <a:lstStyle/>
          <a:p>
            <a:pPr marL="0" indent="0">
              <a:buNone/>
            </a:pPr>
            <a:r>
              <a:rPr lang="en-US" sz="2200" b="1" dirty="0">
                <a:solidFill>
                  <a:srgbClr val="FFFFFF"/>
                </a:solidFill>
              </a:rPr>
              <a:t>Scenario 2 — Data Masking for Privacy</a:t>
            </a:r>
            <a:endParaRPr lang="en-US" sz="2200" dirty="0"/>
          </a:p>
        </p:txBody>
      </p:sp>
      <p:sp>
        <p:nvSpPr>
          <p:cNvPr id="5" name="Text 3"/>
          <p:cNvSpPr/>
          <p:nvPr/>
        </p:nvSpPr>
        <p:spPr>
          <a:xfrm>
            <a:off x="7863840" y="0"/>
            <a:ext cx="1280160" cy="822960"/>
          </a:xfrm>
          <a:prstGeom prst="rect">
            <a:avLst/>
          </a:prstGeom>
          <a:noFill/>
          <a:ln/>
        </p:spPr>
        <p:txBody>
          <a:bodyPr wrap="square" lIns="0" tIns="0" rIns="0" bIns="0" rtlCol="0" anchor="ctr"/>
          <a:lstStyle/>
          <a:p>
            <a:pPr marL="0" indent="0" algn="r">
              <a:buNone/>
            </a:pPr>
            <a:r>
              <a:rPr lang="en-US" sz="1100" dirty="0">
                <a:solidFill>
                  <a:srgbClr val="FFFFFF"/>
                </a:solidFill>
              </a:rPr>
              <a:t>Step 9 of 9</a:t>
            </a:r>
            <a:endParaRPr lang="en-US" sz="1100" dirty="0"/>
          </a:p>
        </p:txBody>
      </p:sp>
      <p:sp>
        <p:nvSpPr>
          <p:cNvPr id="6" name="Shape 4"/>
          <p:cNvSpPr/>
          <p:nvPr/>
        </p:nvSpPr>
        <p:spPr>
          <a:xfrm>
            <a:off x="0" y="822960"/>
            <a:ext cx="9144000" cy="4320540"/>
          </a:xfrm>
          <a:prstGeom prst="rect">
            <a:avLst/>
          </a:prstGeom>
          <a:solidFill>
            <a:srgbClr val="F5F8FF"/>
          </a:solidFill>
          <a:ln w="12700">
            <a:solidFill>
              <a:srgbClr val="F5F8FF"/>
            </a:solidFill>
            <a:prstDash val="solid"/>
          </a:ln>
        </p:spPr>
        <p:txBody>
          <a:bodyPr/>
          <a:lstStyle/>
          <a:p>
            <a:endParaRPr lang="en-SG"/>
          </a:p>
        </p:txBody>
      </p:sp>
      <p:sp>
        <p:nvSpPr>
          <p:cNvPr id="7" name="Shape 5"/>
          <p:cNvSpPr/>
          <p:nvPr/>
        </p:nvSpPr>
        <p:spPr>
          <a:xfrm>
            <a:off x="0" y="4887468"/>
            <a:ext cx="9144000" cy="256032"/>
          </a:xfrm>
          <a:prstGeom prst="rect">
            <a:avLst/>
          </a:prstGeom>
          <a:solidFill>
            <a:srgbClr val="071A52"/>
          </a:solidFill>
          <a:ln w="12700">
            <a:solidFill>
              <a:srgbClr val="071A52"/>
            </a:solidFill>
            <a:prstDash val="solid"/>
          </a:ln>
        </p:spPr>
        <p:txBody>
          <a:bodyPr/>
          <a:lstStyle/>
          <a:p>
            <a:endParaRPr lang="en-SG"/>
          </a:p>
        </p:txBody>
      </p:sp>
      <p:sp>
        <p:nvSpPr>
          <p:cNvPr id="8" name="Text 6"/>
          <p:cNvSpPr/>
          <p:nvPr/>
        </p:nvSpPr>
        <p:spPr>
          <a:xfrm>
            <a:off x="274320" y="4887468"/>
            <a:ext cx="5486400" cy="256032"/>
          </a:xfrm>
          <a:prstGeom prst="rect">
            <a:avLst/>
          </a:prstGeom>
          <a:noFill/>
          <a:ln/>
        </p:spPr>
        <p:txBody>
          <a:bodyPr wrap="square" lIns="0" tIns="0" rIns="0" bIns="0" rtlCol="0" anchor="ctr"/>
          <a:lstStyle/>
          <a:p>
            <a:pPr marL="0" indent="0">
              <a:buNone/>
            </a:pPr>
            <a:r>
              <a:rPr lang="en-US" sz="800" dirty="0">
                <a:solidFill>
                  <a:srgbClr val="AABBCC"/>
                </a:solidFill>
              </a:rPr>
              <a:t>SAP AI Tools Workshop  ·  AI Launchpad</a:t>
            </a:r>
            <a:endParaRPr lang="en-US" sz="800" dirty="0"/>
          </a:p>
        </p:txBody>
      </p:sp>
      <p:sp>
        <p:nvSpPr>
          <p:cNvPr id="9" name="Text 7"/>
          <p:cNvSpPr/>
          <p:nvPr/>
        </p:nvSpPr>
        <p:spPr>
          <a:xfrm>
            <a:off x="365760" y="914400"/>
            <a:ext cx="8412480" cy="320040"/>
          </a:xfrm>
          <a:prstGeom prst="rect">
            <a:avLst/>
          </a:prstGeom>
          <a:noFill/>
          <a:ln/>
        </p:spPr>
        <p:txBody>
          <a:bodyPr wrap="square" lIns="0" tIns="0" rIns="0" bIns="0" rtlCol="0" anchor="ctr"/>
          <a:lstStyle/>
          <a:p>
            <a:pPr marL="0" indent="0">
              <a:buNone/>
            </a:pPr>
            <a:r>
              <a:rPr lang="en-US" sz="1200" b="1" dirty="0">
                <a:solidFill>
                  <a:srgbClr val="071A52"/>
                </a:solidFill>
              </a:rPr>
              <a:t>Apply data masking to protect candidate personal information (DPP compliance):</a:t>
            </a:r>
            <a:endParaRPr lang="en-US" sz="1200" dirty="0"/>
          </a:p>
        </p:txBody>
      </p:sp>
      <p:sp>
        <p:nvSpPr>
          <p:cNvPr id="10" name="Shape 8"/>
          <p:cNvSpPr/>
          <p:nvPr/>
        </p:nvSpPr>
        <p:spPr>
          <a:xfrm>
            <a:off x="365760" y="1298448"/>
            <a:ext cx="4206240" cy="1169330"/>
          </a:xfrm>
          <a:prstGeom prst="rect">
            <a:avLst/>
          </a:prstGeom>
          <a:solidFill>
            <a:srgbClr val="EBF0FB"/>
          </a:solidFill>
          <a:ln w="19050">
            <a:solidFill>
              <a:srgbClr val="1344A0"/>
            </a:solidFill>
            <a:prstDash val="solid"/>
          </a:ln>
        </p:spPr>
        <p:txBody>
          <a:bodyPr/>
          <a:lstStyle/>
          <a:p>
            <a:endParaRPr lang="en-SG"/>
          </a:p>
        </p:txBody>
      </p:sp>
      <p:sp>
        <p:nvSpPr>
          <p:cNvPr id="11" name="Text 9"/>
          <p:cNvSpPr/>
          <p:nvPr/>
        </p:nvSpPr>
        <p:spPr>
          <a:xfrm>
            <a:off x="502920" y="1389888"/>
            <a:ext cx="4754880" cy="320040"/>
          </a:xfrm>
          <a:prstGeom prst="rect">
            <a:avLst/>
          </a:prstGeom>
          <a:noFill/>
          <a:ln/>
        </p:spPr>
        <p:txBody>
          <a:bodyPr wrap="square" lIns="0" tIns="0" rIns="0" bIns="0" rtlCol="0" anchor="ctr"/>
          <a:lstStyle/>
          <a:p>
            <a:pPr marL="0" indent="0">
              <a:buNone/>
            </a:pPr>
            <a:r>
              <a:rPr lang="en-US" sz="1000" b="1" dirty="0">
                <a:solidFill>
                  <a:srgbClr val="1344A0"/>
                </a:solidFill>
              </a:rPr>
              <a:t>SYSTEM:</a:t>
            </a:r>
            <a:endParaRPr lang="en-US" sz="1000" dirty="0"/>
          </a:p>
        </p:txBody>
      </p:sp>
      <p:sp>
        <p:nvSpPr>
          <p:cNvPr id="12" name="Text 10"/>
          <p:cNvSpPr/>
          <p:nvPr/>
        </p:nvSpPr>
        <p:spPr>
          <a:xfrm>
            <a:off x="502920" y="1737360"/>
            <a:ext cx="3991962" cy="2084832"/>
          </a:xfrm>
          <a:prstGeom prst="rect">
            <a:avLst/>
          </a:prstGeom>
          <a:noFill/>
          <a:ln/>
        </p:spPr>
        <p:txBody>
          <a:bodyPr wrap="square" lIns="0" tIns="0" rIns="0" bIns="0" rtlCol="0" anchor="t"/>
          <a:lstStyle/>
          <a:p>
            <a:pPr marL="0" indent="0">
              <a:buNone/>
            </a:pPr>
            <a:r>
              <a:rPr lang="en-US" sz="1100" dirty="0">
                <a:solidFill>
                  <a:srgbClr val="071A52"/>
                </a:solidFill>
              </a:rPr>
              <a:t>You are a helpful and responsible AI assistant for HR. For maintaining the privacy of the candidate beyond the job position they have applied for, kindly mask the personal details of the candidate to comply with the DPP regulations.</a:t>
            </a:r>
            <a:endParaRPr lang="en-US" sz="1100" dirty="0"/>
          </a:p>
        </p:txBody>
      </p:sp>
      <p:sp>
        <p:nvSpPr>
          <p:cNvPr id="13" name="Shape 11"/>
          <p:cNvSpPr/>
          <p:nvPr/>
        </p:nvSpPr>
        <p:spPr>
          <a:xfrm>
            <a:off x="365760" y="4059936"/>
            <a:ext cx="4206240" cy="749808"/>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a:p>
        </p:txBody>
      </p:sp>
      <p:sp>
        <p:nvSpPr>
          <p:cNvPr id="14" name="Shape 12"/>
          <p:cNvSpPr/>
          <p:nvPr/>
        </p:nvSpPr>
        <p:spPr>
          <a:xfrm>
            <a:off x="365760" y="4059936"/>
            <a:ext cx="54864" cy="749808"/>
          </a:xfrm>
          <a:prstGeom prst="rect">
            <a:avLst/>
          </a:prstGeom>
          <a:solidFill>
            <a:srgbClr val="0070F2"/>
          </a:solidFill>
          <a:ln w="12700">
            <a:solidFill>
              <a:srgbClr val="0070F2"/>
            </a:solidFill>
            <a:prstDash val="solid"/>
          </a:ln>
        </p:spPr>
        <p:txBody>
          <a:bodyPr/>
          <a:lstStyle/>
          <a:p>
            <a:endParaRPr lang="en-SG"/>
          </a:p>
        </p:txBody>
      </p:sp>
      <p:sp>
        <p:nvSpPr>
          <p:cNvPr id="15" name="Text 13"/>
          <p:cNvSpPr/>
          <p:nvPr/>
        </p:nvSpPr>
        <p:spPr>
          <a:xfrm>
            <a:off x="512064" y="4187952"/>
            <a:ext cx="4007400" cy="493776"/>
          </a:xfrm>
          <a:prstGeom prst="rect">
            <a:avLst/>
          </a:prstGeom>
          <a:noFill/>
          <a:ln/>
        </p:spPr>
        <p:txBody>
          <a:bodyPr wrap="square" lIns="0" tIns="0" rIns="0" bIns="0" rtlCol="0" anchor="t"/>
          <a:lstStyle/>
          <a:p>
            <a:pPr marL="0" indent="0">
              <a:buNone/>
            </a:pPr>
            <a:r>
              <a:rPr lang="en-US" sz="1100" dirty="0">
                <a:solidFill>
                  <a:srgbClr val="071A52"/>
                </a:solidFill>
              </a:rPr>
              <a:t>Use the same {{ ?candidate_resume }} variable as Scenario 1 in the User tab.</a:t>
            </a:r>
            <a:endParaRPr lang="en-US" sz="1100" dirty="0"/>
          </a:p>
        </p:txBody>
      </p:sp>
      <p:sp>
        <p:nvSpPr>
          <p:cNvPr id="24" name="Shape 9">
            <a:extLst>
              <a:ext uri="{FF2B5EF4-FFF2-40B4-BE49-F238E27FC236}">
                <a16:creationId xmlns:a16="http://schemas.microsoft.com/office/drawing/2014/main" id="{D79B2B2F-1A5B-6694-DF6C-13F168228299}"/>
              </a:ext>
            </a:extLst>
          </p:cNvPr>
          <p:cNvSpPr/>
          <p:nvPr/>
        </p:nvSpPr>
        <p:spPr>
          <a:xfrm>
            <a:off x="365760" y="2570208"/>
            <a:ext cx="4206239" cy="1409829"/>
          </a:xfrm>
          <a:prstGeom prst="rect">
            <a:avLst/>
          </a:prstGeom>
          <a:solidFill>
            <a:srgbClr val="FFFFFF"/>
          </a:solidFill>
          <a:ln w="12700">
            <a:solidFill>
              <a:srgbClr val="D6DDE8"/>
            </a:solidFill>
            <a:prstDash val="solid"/>
          </a:ln>
          <a:effectLst>
            <a:outerShdw blurRad="63500" dist="25400" dir="8100000" algn="bl" rotWithShape="0">
              <a:srgbClr val="000000">
                <a:alpha val="8000"/>
              </a:srgbClr>
            </a:outerShdw>
          </a:effectLst>
        </p:spPr>
        <p:txBody>
          <a:bodyPr/>
          <a:lstStyle/>
          <a:p>
            <a:endParaRPr lang="en-SG" dirty="0"/>
          </a:p>
        </p:txBody>
      </p:sp>
      <p:sp>
        <p:nvSpPr>
          <p:cNvPr id="25" name="Shape 10">
            <a:extLst>
              <a:ext uri="{FF2B5EF4-FFF2-40B4-BE49-F238E27FC236}">
                <a16:creationId xmlns:a16="http://schemas.microsoft.com/office/drawing/2014/main" id="{F57EF50D-865B-2858-9E1B-44F3568020EF}"/>
              </a:ext>
            </a:extLst>
          </p:cNvPr>
          <p:cNvSpPr/>
          <p:nvPr/>
        </p:nvSpPr>
        <p:spPr>
          <a:xfrm>
            <a:off x="365760" y="2570208"/>
            <a:ext cx="61555" cy="1409829"/>
          </a:xfrm>
          <a:prstGeom prst="rect">
            <a:avLst/>
          </a:prstGeom>
          <a:solidFill>
            <a:srgbClr val="1344A0"/>
          </a:solidFill>
          <a:ln w="12700">
            <a:solidFill>
              <a:srgbClr val="1344A0"/>
            </a:solidFill>
            <a:prstDash val="solid"/>
          </a:ln>
        </p:spPr>
        <p:txBody>
          <a:bodyPr/>
          <a:lstStyle/>
          <a:p>
            <a:endParaRPr lang="en-SG"/>
          </a:p>
        </p:txBody>
      </p:sp>
      <p:sp>
        <p:nvSpPr>
          <p:cNvPr id="26" name="Text 11">
            <a:extLst>
              <a:ext uri="{FF2B5EF4-FFF2-40B4-BE49-F238E27FC236}">
                <a16:creationId xmlns:a16="http://schemas.microsoft.com/office/drawing/2014/main" id="{A260AA53-91D1-A590-2D1D-AB0E5F2A7EBD}"/>
              </a:ext>
            </a:extLst>
          </p:cNvPr>
          <p:cNvSpPr/>
          <p:nvPr/>
        </p:nvSpPr>
        <p:spPr>
          <a:xfrm>
            <a:off x="512065" y="2679936"/>
            <a:ext cx="3939502" cy="292608"/>
          </a:xfrm>
          <a:prstGeom prst="rect">
            <a:avLst/>
          </a:prstGeom>
          <a:noFill/>
          <a:ln/>
        </p:spPr>
        <p:txBody>
          <a:bodyPr wrap="square" lIns="0" tIns="0" rIns="0" bIns="0" rtlCol="0" anchor="ctr"/>
          <a:lstStyle/>
          <a:p>
            <a:pPr marL="0" indent="0">
              <a:buNone/>
            </a:pPr>
            <a:r>
              <a:rPr lang="en-US" sz="1200" b="1" dirty="0">
                <a:solidFill>
                  <a:srgbClr val="1344A0"/>
                </a:solidFill>
              </a:rPr>
              <a:t>Action</a:t>
            </a:r>
            <a:endParaRPr lang="en-US" sz="1200" dirty="0"/>
          </a:p>
        </p:txBody>
      </p:sp>
      <p:sp>
        <p:nvSpPr>
          <p:cNvPr id="27" name="Text 12">
            <a:extLst>
              <a:ext uri="{FF2B5EF4-FFF2-40B4-BE49-F238E27FC236}">
                <a16:creationId xmlns:a16="http://schemas.microsoft.com/office/drawing/2014/main" id="{91A7F982-AF4F-5F4E-C47E-1113EDC60643}"/>
              </a:ext>
            </a:extLst>
          </p:cNvPr>
          <p:cNvSpPr/>
          <p:nvPr/>
        </p:nvSpPr>
        <p:spPr>
          <a:xfrm>
            <a:off x="512065" y="2990832"/>
            <a:ext cx="3939502" cy="2990088"/>
          </a:xfrm>
          <a:prstGeom prst="rect">
            <a:avLst/>
          </a:prstGeom>
          <a:noFill/>
          <a:ln/>
        </p:spPr>
        <p:txBody>
          <a:bodyPr wrap="square" lIns="0" tIns="0" rIns="0" bIns="0" rtlCol="0" anchor="t"/>
          <a:lstStyle/>
          <a:p>
            <a:pPr marL="0" indent="0">
              <a:buNone/>
            </a:pPr>
            <a:r>
              <a:rPr lang="en-US" sz="1100" dirty="0">
                <a:solidFill>
                  <a:srgbClr val="071A52"/>
                </a:solidFill>
              </a:rPr>
              <a:t>On the advanced setting for Modules and On Data Masking.</a:t>
            </a:r>
          </a:p>
          <a:p>
            <a:pPr marL="0" indent="0">
              <a:buNone/>
            </a:pPr>
            <a:endParaRPr lang="en-US" sz="1100" dirty="0">
              <a:solidFill>
                <a:srgbClr val="071A52"/>
              </a:solidFill>
            </a:endParaRPr>
          </a:p>
          <a:p>
            <a:pPr marL="0" indent="0">
              <a:buNone/>
            </a:pPr>
            <a:r>
              <a:rPr lang="en-US" sz="1100" dirty="0">
                <a:solidFill>
                  <a:srgbClr val="071A52"/>
                </a:solidFill>
              </a:rPr>
              <a:t>Check the boxes for data which needs to be masked like name, gender, phone number, email address </a:t>
            </a:r>
            <a:r>
              <a:rPr lang="en-US" sz="1100" dirty="0" err="1">
                <a:solidFill>
                  <a:srgbClr val="071A52"/>
                </a:solidFill>
              </a:rPr>
              <a:t>etc</a:t>
            </a:r>
            <a:r>
              <a:rPr lang="en-US" sz="1100" dirty="0">
                <a:solidFill>
                  <a:srgbClr val="071A52"/>
                </a:solidFill>
              </a:rPr>
              <a:t> according to the context.</a:t>
            </a:r>
          </a:p>
          <a:p>
            <a:pPr marL="0" indent="0">
              <a:buNone/>
            </a:pPr>
            <a:endParaRPr lang="en-US" sz="1100" dirty="0"/>
          </a:p>
        </p:txBody>
      </p:sp>
      <p:sp>
        <p:nvSpPr>
          <p:cNvPr id="28" name="Shape 7">
            <a:extLst>
              <a:ext uri="{FF2B5EF4-FFF2-40B4-BE49-F238E27FC236}">
                <a16:creationId xmlns:a16="http://schemas.microsoft.com/office/drawing/2014/main" id="{7517BA8E-0BE2-8743-CC93-C7326C4E5F96}"/>
              </a:ext>
            </a:extLst>
          </p:cNvPr>
          <p:cNvSpPr/>
          <p:nvPr/>
        </p:nvSpPr>
        <p:spPr>
          <a:xfrm>
            <a:off x="4671120" y="1289304"/>
            <a:ext cx="4389120" cy="3520440"/>
          </a:xfrm>
          <a:prstGeom prst="rect">
            <a:avLst/>
          </a:prstGeom>
          <a:solidFill>
            <a:srgbClr val="EDF2FB"/>
          </a:solidFill>
          <a:ln w="19050">
            <a:solidFill>
              <a:srgbClr val="D6DDE8"/>
            </a:solidFill>
            <a:prstDash val="solid"/>
          </a:ln>
          <a:effectLst>
            <a:outerShdw blurRad="76200" dist="25400" dir="8100000" algn="bl" rotWithShape="0">
              <a:srgbClr val="000000">
                <a:alpha val="10000"/>
              </a:srgbClr>
            </a:outerShdw>
          </a:effectLst>
        </p:spPr>
        <p:txBody>
          <a:bodyPr/>
          <a:lstStyle/>
          <a:p>
            <a:endParaRPr lang="en-SG"/>
          </a:p>
        </p:txBody>
      </p:sp>
      <p:pic>
        <p:nvPicPr>
          <p:cNvPr id="29" name="Picture 28">
            <a:extLst>
              <a:ext uri="{FF2B5EF4-FFF2-40B4-BE49-F238E27FC236}">
                <a16:creationId xmlns:a16="http://schemas.microsoft.com/office/drawing/2014/main" id="{A028B00D-9D35-0FD6-1ABA-E3094C215FB2}"/>
              </a:ext>
            </a:extLst>
          </p:cNvPr>
          <p:cNvPicPr>
            <a:picLocks noChangeAspect="1"/>
          </p:cNvPicPr>
          <p:nvPr/>
        </p:nvPicPr>
        <p:blipFill>
          <a:blip r:embed="rId3"/>
          <a:stretch>
            <a:fillRect/>
          </a:stretch>
        </p:blipFill>
        <p:spPr>
          <a:xfrm>
            <a:off x="4908259" y="1325880"/>
            <a:ext cx="3925065" cy="342627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071A52"/>
        </a:solidFill>
        <a:effectLst/>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0070F2">
              <a:alpha val="35000"/>
            </a:srgbClr>
          </a:solidFill>
          <a:ln w="12700">
            <a:solidFill>
              <a:srgbClr val="0070F2"/>
            </a:solidFill>
            <a:prstDash val="solid"/>
          </a:ln>
        </p:spPr>
        <p:txBody>
          <a:bodyPr/>
          <a:lstStyle/>
          <a:p>
            <a:endParaRPr lang="en-SG"/>
          </a:p>
        </p:txBody>
      </p:sp>
      <p:sp>
        <p:nvSpPr>
          <p:cNvPr id="3" name="Shape 1"/>
          <p:cNvSpPr/>
          <p:nvPr/>
        </p:nvSpPr>
        <p:spPr>
          <a:xfrm>
            <a:off x="6858000" y="-914400"/>
            <a:ext cx="3657600" cy="3657600"/>
          </a:xfrm>
          <a:prstGeom prst="ellipse">
            <a:avLst/>
          </a:prstGeom>
          <a:solidFill>
            <a:srgbClr val="F0A500">
              <a:alpha val="28000"/>
            </a:srgbClr>
          </a:solidFill>
          <a:ln w="12700">
            <a:solidFill>
              <a:srgbClr val="F0A500"/>
            </a:solidFill>
            <a:prstDash val="solid"/>
          </a:ln>
        </p:spPr>
        <p:txBody>
          <a:bodyPr/>
          <a:lstStyle/>
          <a:p>
            <a:endParaRPr lang="en-SG"/>
          </a:p>
        </p:txBody>
      </p:sp>
      <p:sp>
        <p:nvSpPr>
          <p:cNvPr id="4" name="Text 2"/>
          <p:cNvSpPr/>
          <p:nvPr/>
        </p:nvSpPr>
        <p:spPr>
          <a:xfrm>
            <a:off x="640080" y="914400"/>
            <a:ext cx="7772400" cy="914400"/>
          </a:xfrm>
          <a:prstGeom prst="rect">
            <a:avLst/>
          </a:prstGeom>
          <a:noFill/>
          <a:ln/>
        </p:spPr>
        <p:txBody>
          <a:bodyPr wrap="square" lIns="0" tIns="0" rIns="0" bIns="0" rtlCol="0" anchor="ctr"/>
          <a:lstStyle/>
          <a:p>
            <a:pPr marL="0" indent="0" algn="ctr">
              <a:buNone/>
            </a:pPr>
            <a:r>
              <a:rPr lang="en-US" sz="4200" b="1" dirty="0">
                <a:solidFill>
                  <a:srgbClr val="FFFFFF"/>
                </a:solidFill>
              </a:rPr>
              <a:t>Workshop Complete!</a:t>
            </a:r>
            <a:endParaRPr lang="en-US" sz="4200" dirty="0"/>
          </a:p>
        </p:txBody>
      </p:sp>
      <p:sp>
        <p:nvSpPr>
          <p:cNvPr id="5" name="Text 3"/>
          <p:cNvSpPr/>
          <p:nvPr/>
        </p:nvSpPr>
        <p:spPr>
          <a:xfrm>
            <a:off x="640080" y="1920240"/>
            <a:ext cx="7772400" cy="457200"/>
          </a:xfrm>
          <a:prstGeom prst="rect">
            <a:avLst/>
          </a:prstGeom>
          <a:noFill/>
          <a:ln/>
        </p:spPr>
        <p:txBody>
          <a:bodyPr wrap="square" lIns="0" tIns="0" rIns="0" bIns="0" rtlCol="0" anchor="ctr"/>
          <a:lstStyle/>
          <a:p>
            <a:pPr marL="0" indent="0" algn="ctr">
              <a:buNone/>
            </a:pPr>
            <a:r>
              <a:rPr lang="en-US" sz="1600" dirty="0">
                <a:solidFill>
                  <a:srgbClr val="F0A500"/>
                </a:solidFill>
              </a:rPr>
              <a:t>You have completed all three hands-on sections</a:t>
            </a:r>
            <a:endParaRPr lang="en-US" sz="1600" dirty="0"/>
          </a:p>
        </p:txBody>
      </p:sp>
      <p:sp>
        <p:nvSpPr>
          <p:cNvPr id="6" name="Shape 4"/>
          <p:cNvSpPr/>
          <p:nvPr/>
        </p:nvSpPr>
        <p:spPr>
          <a:xfrm>
            <a:off x="1371600" y="2651760"/>
            <a:ext cx="6400800" cy="548640"/>
          </a:xfrm>
          <a:prstGeom prst="rect">
            <a:avLst/>
          </a:prstGeom>
          <a:solidFill>
            <a:srgbClr val="FFFFFF">
              <a:alpha val="12000"/>
            </a:srgbClr>
          </a:solidFill>
          <a:ln w="6350">
            <a:solidFill>
              <a:srgbClr val="FFFFFF">
                <a:alpha val="40000"/>
              </a:srgbClr>
            </a:solidFill>
            <a:prstDash val="solid"/>
          </a:ln>
        </p:spPr>
        <p:txBody>
          <a:bodyPr/>
          <a:lstStyle/>
          <a:p>
            <a:endParaRPr lang="en-SG"/>
          </a:p>
        </p:txBody>
      </p:sp>
      <p:sp>
        <p:nvSpPr>
          <p:cNvPr id="7" name="Text 5"/>
          <p:cNvSpPr/>
          <p:nvPr/>
        </p:nvSpPr>
        <p:spPr>
          <a:xfrm>
            <a:off x="1463040" y="2651760"/>
            <a:ext cx="6217920" cy="548640"/>
          </a:xfrm>
          <a:prstGeom prst="rect">
            <a:avLst/>
          </a:prstGeom>
          <a:noFill/>
          <a:ln/>
        </p:spPr>
        <p:txBody>
          <a:bodyPr wrap="square" lIns="0" tIns="0" rIns="0" bIns="0" rtlCol="0" anchor="ctr"/>
          <a:lstStyle/>
          <a:p>
            <a:pPr marL="0" indent="0">
              <a:buNone/>
            </a:pPr>
            <a:r>
              <a:rPr lang="en-US" sz="1200" b="1" dirty="0">
                <a:solidFill>
                  <a:srgbClr val="F0A500"/>
                </a:solidFill>
              </a:rPr>
              <a:t>Joule Studio  </a:t>
            </a:r>
            <a:r>
              <a:rPr lang="en-US" sz="1200" dirty="0">
                <a:solidFill>
                  <a:srgbClr val="DDEEFF"/>
                </a:solidFill>
              </a:rPr>
              <a:t>— 20 steps — Build &amp; test a vendor creation agent</a:t>
            </a:r>
            <a:endParaRPr lang="en-US" sz="1200" dirty="0"/>
          </a:p>
        </p:txBody>
      </p:sp>
      <p:sp>
        <p:nvSpPr>
          <p:cNvPr id="8" name="Shape 6"/>
          <p:cNvSpPr/>
          <p:nvPr/>
        </p:nvSpPr>
        <p:spPr>
          <a:xfrm>
            <a:off x="1371600" y="3310128"/>
            <a:ext cx="6400800" cy="548640"/>
          </a:xfrm>
          <a:prstGeom prst="rect">
            <a:avLst/>
          </a:prstGeom>
          <a:solidFill>
            <a:srgbClr val="FFFFFF">
              <a:alpha val="12000"/>
            </a:srgbClr>
          </a:solidFill>
          <a:ln w="6350">
            <a:solidFill>
              <a:srgbClr val="FFFFFF">
                <a:alpha val="40000"/>
              </a:srgbClr>
            </a:solidFill>
            <a:prstDash val="solid"/>
          </a:ln>
        </p:spPr>
        <p:txBody>
          <a:bodyPr/>
          <a:lstStyle/>
          <a:p>
            <a:endParaRPr lang="en-SG"/>
          </a:p>
        </p:txBody>
      </p:sp>
      <p:sp>
        <p:nvSpPr>
          <p:cNvPr id="9" name="Text 7"/>
          <p:cNvSpPr/>
          <p:nvPr/>
        </p:nvSpPr>
        <p:spPr>
          <a:xfrm>
            <a:off x="1463040" y="3310128"/>
            <a:ext cx="6217920" cy="548640"/>
          </a:xfrm>
          <a:prstGeom prst="rect">
            <a:avLst/>
          </a:prstGeom>
          <a:noFill/>
          <a:ln/>
        </p:spPr>
        <p:txBody>
          <a:bodyPr wrap="square" lIns="0" tIns="0" rIns="0" bIns="0" rtlCol="0" anchor="ctr"/>
          <a:lstStyle/>
          <a:p>
            <a:pPr marL="0" indent="0">
              <a:buNone/>
            </a:pPr>
            <a:r>
              <a:rPr lang="en-US" sz="1200" b="1" dirty="0">
                <a:solidFill>
                  <a:srgbClr val="F0A500"/>
                </a:solidFill>
              </a:rPr>
              <a:t>Document AI  </a:t>
            </a:r>
            <a:r>
              <a:rPr lang="en-US" sz="1200" dirty="0">
                <a:solidFill>
                  <a:srgbClr val="DDEEFF"/>
                </a:solidFill>
              </a:rPr>
              <a:t>— 5 steps — Extract invoice fields with custom schema</a:t>
            </a:r>
            <a:endParaRPr lang="en-US" sz="1200" dirty="0"/>
          </a:p>
        </p:txBody>
      </p:sp>
      <p:sp>
        <p:nvSpPr>
          <p:cNvPr id="10" name="Shape 8"/>
          <p:cNvSpPr/>
          <p:nvPr/>
        </p:nvSpPr>
        <p:spPr>
          <a:xfrm>
            <a:off x="1371600" y="3968496"/>
            <a:ext cx="6400800" cy="548640"/>
          </a:xfrm>
          <a:prstGeom prst="rect">
            <a:avLst/>
          </a:prstGeom>
          <a:solidFill>
            <a:srgbClr val="FFFFFF">
              <a:alpha val="12000"/>
            </a:srgbClr>
          </a:solidFill>
          <a:ln w="6350">
            <a:solidFill>
              <a:srgbClr val="FFFFFF">
                <a:alpha val="40000"/>
              </a:srgbClr>
            </a:solidFill>
            <a:prstDash val="solid"/>
          </a:ln>
        </p:spPr>
        <p:txBody>
          <a:bodyPr/>
          <a:lstStyle/>
          <a:p>
            <a:endParaRPr lang="en-SG"/>
          </a:p>
        </p:txBody>
      </p:sp>
      <p:sp>
        <p:nvSpPr>
          <p:cNvPr id="11" name="Text 9"/>
          <p:cNvSpPr/>
          <p:nvPr/>
        </p:nvSpPr>
        <p:spPr>
          <a:xfrm>
            <a:off x="1463040" y="3968496"/>
            <a:ext cx="6217920" cy="548640"/>
          </a:xfrm>
          <a:prstGeom prst="rect">
            <a:avLst/>
          </a:prstGeom>
          <a:noFill/>
          <a:ln/>
        </p:spPr>
        <p:txBody>
          <a:bodyPr wrap="square" lIns="0" tIns="0" rIns="0" bIns="0" rtlCol="0" anchor="ctr"/>
          <a:lstStyle/>
          <a:p>
            <a:pPr marL="0" indent="0">
              <a:buNone/>
            </a:pPr>
            <a:r>
              <a:rPr lang="en-US" sz="1200" b="1" dirty="0">
                <a:solidFill>
                  <a:srgbClr val="F0A500"/>
                </a:solidFill>
              </a:rPr>
              <a:t>AI Launchpad  </a:t>
            </a:r>
            <a:r>
              <a:rPr lang="en-US" sz="1200" dirty="0">
                <a:solidFill>
                  <a:srgbClr val="DDEEFF"/>
                </a:solidFill>
              </a:rPr>
              <a:t>— 9 steps — Orchestrate HR scenarios with LLM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12950</TotalTime>
  <Words>2485</Words>
  <Application>Microsoft Office PowerPoint</Application>
  <PresentationFormat>On-screen Show (16:9)</PresentationFormat>
  <Paragraphs>455</Paragraphs>
  <Slides>38</Slides>
  <Notes>38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38</vt:i4>
      </vt:variant>
    </vt:vector>
  </HeadingPairs>
  <TitlesOfParts>
    <vt:vector size="4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AI Tools Workshop</dc:title>
  <dc:subject>PptxGenJS Presentation</dc:subject>
  <dc:creator>PptxGenJS</dc:creator>
  <cp:lastModifiedBy>Meagen Chong Rui Ru</cp:lastModifiedBy>
  <cp:revision>2</cp:revision>
  <dcterms:created xsi:type="dcterms:W3CDTF">2026-05-25T02:15:11Z</dcterms:created>
  <dcterms:modified xsi:type="dcterms:W3CDTF">2026-06-03T02:40:13Z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43ec3a-92eb-434b-bfcd-dd5fcd578c71_Enabled">
    <vt:lpwstr>true</vt:lpwstr>
  </property>
  <property fmtid="{D5CDD505-2E9C-101B-9397-08002B2CF9AE}" pid="3" name="MSIP_Label_a043ec3a-92eb-434b-bfcd-dd5fcd578c71_SetDate">
    <vt:lpwstr>2026-05-25T02:49:44Z</vt:lpwstr>
  </property>
  <property fmtid="{D5CDD505-2E9C-101B-9397-08002B2CF9AE}" pid="4" name="MSIP_Label_a043ec3a-92eb-434b-bfcd-dd5fcd578c71_Method">
    <vt:lpwstr>Privileged</vt:lpwstr>
  </property>
  <property fmtid="{D5CDD505-2E9C-101B-9397-08002B2CF9AE}" pid="5" name="MSIP_Label_a043ec3a-92eb-434b-bfcd-dd5fcd578c71_Name">
    <vt:lpwstr>Group_Unrestricted</vt:lpwstr>
  </property>
  <property fmtid="{D5CDD505-2E9C-101B-9397-08002B2CF9AE}" pid="6" name="MSIP_Label_a043ec3a-92eb-434b-bfcd-dd5fcd578c71_SiteId">
    <vt:lpwstr>82fac8d8-49c2-492d-9f67-7d9e5b66144e</vt:lpwstr>
  </property>
  <property fmtid="{D5CDD505-2E9C-101B-9397-08002B2CF9AE}" pid="7" name="MSIP_Label_a043ec3a-92eb-434b-bfcd-dd5fcd578c71_ActionId">
    <vt:lpwstr>5992ed66-dad2-451b-8893-0ece0ac4ab86</vt:lpwstr>
  </property>
  <property fmtid="{D5CDD505-2E9C-101B-9397-08002B2CF9AE}" pid="8" name="MSIP_Label_a043ec3a-92eb-434b-bfcd-dd5fcd578c71_ContentBits">
    <vt:lpwstr>0</vt:lpwstr>
  </property>
  <property fmtid="{D5CDD505-2E9C-101B-9397-08002B2CF9AE}" pid="9" name="MSIP_Label_a043ec3a-92eb-434b-bfcd-dd5fcd578c71_Tag">
    <vt:lpwstr>10, 0, 1, 1</vt:lpwstr>
  </property>
</Properties>
</file>